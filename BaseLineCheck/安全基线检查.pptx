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 varScale="1">
        <p:scale>
          <a:sx n="60" d="100"/>
          <a:sy n="60" d="100"/>
        </p:scale>
        <p:origin x="132" y="264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A264AA-CD2A-4DAC-AC06-73DC0FD5C03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F4C312-7244-4728-9CDC-44CF1C36334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 descr="c6f43eac-a592-40b6-a362-f9d179915444"/>
          <p:cNvGrpSpPr/>
          <p:nvPr/>
        </p:nvGrpSpPr>
        <p:grpSpPr>
          <a:xfrm>
            <a:off x="0" y="-1"/>
            <a:ext cx="12177811" cy="6859420"/>
            <a:chOff x="0" y="-1"/>
            <a:chExt cx="12177811" cy="6859420"/>
          </a:xfrm>
        </p:grpSpPr>
        <p:pic>
          <p:nvPicPr>
            <p:cNvPr id="7" name="图片 6" descr="0e28d807-3eb8-4e33-a912-c0117e965bb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0" y="-1"/>
              <a:ext cx="12177811" cy="6859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椭圆 7" descr="9b458e59-3f7a-4921-a0c1-ada0aebe2aa8"/>
            <p:cNvSpPr>
              <a:spLocks noChangeArrowheads="1"/>
            </p:cNvSpPr>
            <p:nvPr/>
          </p:nvSpPr>
          <p:spPr bwMode="auto">
            <a:xfrm>
              <a:off x="10184137" y="1132248"/>
              <a:ext cx="87979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椭圆 8" descr="16c65383-85c9-4d9c-98b2-edb38b268456"/>
            <p:cNvSpPr>
              <a:spLocks noChangeArrowheads="1"/>
            </p:cNvSpPr>
            <p:nvPr/>
          </p:nvSpPr>
          <p:spPr bwMode="auto">
            <a:xfrm>
              <a:off x="10232382" y="1529566"/>
              <a:ext cx="79464" cy="7946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椭圆 9" descr="47a9037f-301f-4b48-a5a9-19e55ac34162"/>
            <p:cNvSpPr>
              <a:spLocks noChangeArrowheads="1"/>
            </p:cNvSpPr>
            <p:nvPr/>
          </p:nvSpPr>
          <p:spPr bwMode="auto">
            <a:xfrm>
              <a:off x="10042237" y="1447264"/>
              <a:ext cx="62436" cy="6243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椭圆 10" descr="d032fb92-a1e5-4445-bea9-900aa8d06d32"/>
            <p:cNvSpPr>
              <a:spLocks noChangeArrowheads="1"/>
            </p:cNvSpPr>
            <p:nvPr/>
          </p:nvSpPr>
          <p:spPr bwMode="auto">
            <a:xfrm>
              <a:off x="10445232" y="445454"/>
              <a:ext cx="34056" cy="42571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椭圆 11" descr="24f6798e-c0a6-43f4-93b9-c705b58c44b7"/>
            <p:cNvSpPr>
              <a:spLocks noChangeArrowheads="1"/>
            </p:cNvSpPr>
            <p:nvPr/>
          </p:nvSpPr>
          <p:spPr bwMode="auto">
            <a:xfrm>
              <a:off x="10104673" y="876829"/>
              <a:ext cx="39732" cy="3973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椭圆 12" descr="7f94fa51-f3bc-4999-8908-011edde0714b"/>
            <p:cNvSpPr>
              <a:spLocks noChangeArrowheads="1"/>
            </p:cNvSpPr>
            <p:nvPr/>
          </p:nvSpPr>
          <p:spPr bwMode="auto">
            <a:xfrm>
              <a:off x="10802818" y="204224"/>
              <a:ext cx="85140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椭圆 13" descr="4148d3b1-57e6-404b-a9f9-4d792393817c"/>
            <p:cNvSpPr>
              <a:spLocks noChangeArrowheads="1"/>
            </p:cNvSpPr>
            <p:nvPr/>
          </p:nvSpPr>
          <p:spPr bwMode="auto">
            <a:xfrm>
              <a:off x="10981611" y="675331"/>
              <a:ext cx="150414" cy="147575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椭圆 14" descr="61dcec47-2093-426f-91af-979b274d8e3c"/>
            <p:cNvSpPr>
              <a:spLocks noChangeArrowheads="1"/>
            </p:cNvSpPr>
            <p:nvPr/>
          </p:nvSpPr>
          <p:spPr bwMode="auto">
            <a:xfrm>
              <a:off x="10655243" y="1058460"/>
              <a:ext cx="113520" cy="12203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椭圆 15" descr="1b7ba576-3562-4a3f-9fc9-c6a399962780"/>
            <p:cNvSpPr>
              <a:spLocks noChangeArrowheads="1"/>
            </p:cNvSpPr>
            <p:nvPr/>
          </p:nvSpPr>
          <p:spPr bwMode="auto">
            <a:xfrm>
              <a:off x="10842550" y="1416047"/>
              <a:ext cx="59599" cy="5959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椭圆 16" descr="cbf1c9df-bec9-4e30-9f81-be682a0270a3"/>
            <p:cNvSpPr>
              <a:spLocks noChangeArrowheads="1"/>
            </p:cNvSpPr>
            <p:nvPr/>
          </p:nvSpPr>
          <p:spPr bwMode="auto">
            <a:xfrm>
              <a:off x="10533209" y="1589163"/>
              <a:ext cx="93655" cy="9365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椭圆 17" descr="d4127da9-33d2-4e9c-9d61-2b8b91367cc9"/>
            <p:cNvSpPr>
              <a:spLocks noChangeArrowheads="1"/>
            </p:cNvSpPr>
            <p:nvPr/>
          </p:nvSpPr>
          <p:spPr bwMode="auto">
            <a:xfrm>
              <a:off x="10379957" y="1853097"/>
              <a:ext cx="85140" cy="851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椭圆 18" descr="d2465b72-102b-4042-bb23-5ced43b4db96"/>
            <p:cNvSpPr>
              <a:spLocks noChangeArrowheads="1"/>
            </p:cNvSpPr>
            <p:nvPr/>
          </p:nvSpPr>
          <p:spPr bwMode="auto">
            <a:xfrm>
              <a:off x="11191622" y="1731062"/>
              <a:ext cx="127710" cy="12203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" name="标题 1" descr="7f544481-f7cb-43fa-aecb-9c0b4c190fe7"/>
          <p:cNvSpPr>
            <a:spLocks noGrp="1"/>
          </p:cNvSpPr>
          <p:nvPr>
            <p:ph type="ctrTitle" hasCustomPrompt="1"/>
          </p:nvPr>
        </p:nvSpPr>
        <p:spPr>
          <a:xfrm>
            <a:off x="2248661" y="1130300"/>
            <a:ext cx="7694678" cy="2582718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副标题 2" descr="7c37315b-f8e4-4e28-8ba2-e38023260ee7"/>
          <p:cNvSpPr>
            <a:spLocks noGrp="1"/>
          </p:cNvSpPr>
          <p:nvPr>
            <p:ph type="subTitle" idx="1" hasCustomPrompt="1"/>
          </p:nvPr>
        </p:nvSpPr>
        <p:spPr>
          <a:xfrm>
            <a:off x="2248661" y="3713018"/>
            <a:ext cx="7694678" cy="1218234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文本占位符 3" descr="3fc42525-b2b4-4843-933b-f03859475c66"/>
          <p:cNvSpPr>
            <a:spLocks noGrp="1"/>
          </p:cNvSpPr>
          <p:nvPr>
            <p:ph type="body" sz="quarter" idx="13" hasCustomPrompt="1"/>
          </p:nvPr>
        </p:nvSpPr>
        <p:spPr>
          <a:xfrm>
            <a:off x="3870037" y="5437676"/>
            <a:ext cx="4451927" cy="274320"/>
          </a:xfrm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 descr="c36fb3c0-f5c6-4575-8437-3fe2e8e808fa"/>
          <p:cNvSpPr>
            <a:spLocks noGrp="1"/>
          </p:cNvSpPr>
          <p:nvPr>
            <p:ph type="body" sz="quarter" idx="14" hasCustomPrompt="1"/>
          </p:nvPr>
        </p:nvSpPr>
        <p:spPr>
          <a:xfrm>
            <a:off x="3870037" y="5711996"/>
            <a:ext cx="4451927" cy="274320"/>
          </a:xfrm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494c41b3-2794-4d19-8814-c420e7eafd3a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内容占位符 2" descr="27c7bf1b-2b48-4b7e-a504-f0df90879851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 descr="67f2d3b1-285b-4539-af25-008e77f8fb0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a65c5948-41b8-461a-b4ce-af46b332eb2c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61cf1569-c6d6-4f27-bb1a-4b2d5d2b58f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genda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1316acc-7db7-48f0-be64-5faf471e7d7d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2800"/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3" name="内容占位符 2" descr="5d6555e4-f882-4ccd-81db-0dabbf0ec609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 descr="895ee1ee-506b-43e6-a2f9-a449aee39d4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ee509f5b-9631-471d-93eb-408c418a34dd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38aedcfc-f561-464d-a0ae-fd6f19c15f6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  <p:cxnSp>
        <p:nvCxnSpPr>
          <p:cNvPr id="7" name="直接连接符 6" descr="1fa12b16-3b8c-4397-b375-03ab3200ccfd"/>
          <p:cNvCxnSpPr/>
          <p:nvPr/>
        </p:nvCxnSpPr>
        <p:spPr>
          <a:xfrm flipH="1"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任意多边形: 形状 7" descr="f5ecddf9-389c-4599-a0cc-90f3a7386d6e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 descr="ed61772f-be07-4e1e-88be-6356a5905e27"/>
          <p:cNvGrpSpPr/>
          <p:nvPr/>
        </p:nvGrpSpPr>
        <p:grpSpPr>
          <a:xfrm flipH="1">
            <a:off x="0" y="-1"/>
            <a:ext cx="12177811" cy="6859420"/>
            <a:chOff x="0" y="-1"/>
            <a:chExt cx="12177811" cy="6859420"/>
          </a:xfrm>
        </p:grpSpPr>
        <p:pic>
          <p:nvPicPr>
            <p:cNvPr id="8" name="图片 7" descr="18494500-ebdb-47ed-bfe3-5d65686ca15e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0" y="-1"/>
              <a:ext cx="12177811" cy="6859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椭圆 8" descr="95a2d858-7cfb-45a8-a75e-926f9cafe548"/>
            <p:cNvSpPr>
              <a:spLocks noChangeArrowheads="1"/>
            </p:cNvSpPr>
            <p:nvPr/>
          </p:nvSpPr>
          <p:spPr bwMode="auto">
            <a:xfrm>
              <a:off x="10184137" y="1132248"/>
              <a:ext cx="87979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椭圆 9" descr="cad92d57-3ef4-4f74-b852-afccf45c74a7"/>
            <p:cNvSpPr>
              <a:spLocks noChangeArrowheads="1"/>
            </p:cNvSpPr>
            <p:nvPr/>
          </p:nvSpPr>
          <p:spPr bwMode="auto">
            <a:xfrm>
              <a:off x="10232382" y="1529566"/>
              <a:ext cx="79464" cy="7946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椭圆 10" descr="7ddf55e1-0770-44b9-8df7-4fe769e2e11b"/>
            <p:cNvSpPr>
              <a:spLocks noChangeArrowheads="1"/>
            </p:cNvSpPr>
            <p:nvPr/>
          </p:nvSpPr>
          <p:spPr bwMode="auto">
            <a:xfrm>
              <a:off x="10042237" y="1447264"/>
              <a:ext cx="62436" cy="6243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椭圆 11" descr="de9d4ff2-dfd7-406c-b0a1-eb7217d37740"/>
            <p:cNvSpPr>
              <a:spLocks noChangeArrowheads="1"/>
            </p:cNvSpPr>
            <p:nvPr/>
          </p:nvSpPr>
          <p:spPr bwMode="auto">
            <a:xfrm>
              <a:off x="10445232" y="445454"/>
              <a:ext cx="34056" cy="42571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椭圆 12" descr="44a67c19-e9df-4fb4-b17a-49c876e6478b"/>
            <p:cNvSpPr>
              <a:spLocks noChangeArrowheads="1"/>
            </p:cNvSpPr>
            <p:nvPr/>
          </p:nvSpPr>
          <p:spPr bwMode="auto">
            <a:xfrm>
              <a:off x="10104673" y="876829"/>
              <a:ext cx="39732" cy="3973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椭圆 13" descr="2d144eed-becb-4533-8476-874ea4e50c3c"/>
            <p:cNvSpPr>
              <a:spLocks noChangeArrowheads="1"/>
            </p:cNvSpPr>
            <p:nvPr/>
          </p:nvSpPr>
          <p:spPr bwMode="auto">
            <a:xfrm>
              <a:off x="10802818" y="204224"/>
              <a:ext cx="85140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椭圆 14" descr="2b9ef44f-359b-4794-b5fb-eccda16bb2e6"/>
            <p:cNvSpPr>
              <a:spLocks noChangeArrowheads="1"/>
            </p:cNvSpPr>
            <p:nvPr/>
          </p:nvSpPr>
          <p:spPr bwMode="auto">
            <a:xfrm>
              <a:off x="10981611" y="675331"/>
              <a:ext cx="150414" cy="147575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椭圆 15" descr="a320c3d3-8a5e-4632-871f-751cd4c89295"/>
            <p:cNvSpPr>
              <a:spLocks noChangeArrowheads="1"/>
            </p:cNvSpPr>
            <p:nvPr/>
          </p:nvSpPr>
          <p:spPr bwMode="auto">
            <a:xfrm>
              <a:off x="10655243" y="1058460"/>
              <a:ext cx="113520" cy="12203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椭圆 16" descr="577affe1-af51-4c45-a840-43036c90175a"/>
            <p:cNvSpPr>
              <a:spLocks noChangeArrowheads="1"/>
            </p:cNvSpPr>
            <p:nvPr/>
          </p:nvSpPr>
          <p:spPr bwMode="auto">
            <a:xfrm>
              <a:off x="10842550" y="1416047"/>
              <a:ext cx="59599" cy="5959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椭圆 17" descr="c705a3f0-5eaa-40b1-a980-15cf0dfb3050"/>
            <p:cNvSpPr>
              <a:spLocks noChangeArrowheads="1"/>
            </p:cNvSpPr>
            <p:nvPr/>
          </p:nvSpPr>
          <p:spPr bwMode="auto">
            <a:xfrm>
              <a:off x="10533209" y="1589163"/>
              <a:ext cx="93655" cy="9365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椭圆 18" descr="4ae918e6-1f8d-44eb-af4f-895ad0938ec2"/>
            <p:cNvSpPr>
              <a:spLocks noChangeArrowheads="1"/>
            </p:cNvSpPr>
            <p:nvPr/>
          </p:nvSpPr>
          <p:spPr bwMode="auto">
            <a:xfrm>
              <a:off x="10379957" y="1853097"/>
              <a:ext cx="85140" cy="851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椭圆 19" descr="0f8e5272-fa34-4b97-8228-c1d072724bc8"/>
            <p:cNvSpPr>
              <a:spLocks noChangeArrowheads="1"/>
            </p:cNvSpPr>
            <p:nvPr/>
          </p:nvSpPr>
          <p:spPr bwMode="auto">
            <a:xfrm>
              <a:off x="11191622" y="1731062"/>
              <a:ext cx="127710" cy="12203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" name="标题 1" descr="abcb02ba-3424-4405-bb18-38f6e4d744f7"/>
          <p:cNvSpPr>
            <a:spLocks noGrp="1"/>
          </p:cNvSpPr>
          <p:nvPr>
            <p:ph type="title" hasCustomPrompt="1"/>
          </p:nvPr>
        </p:nvSpPr>
        <p:spPr>
          <a:xfrm>
            <a:off x="3378200" y="1144692"/>
            <a:ext cx="5435600" cy="13716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文本占位符 2" descr="daacffd2-d541-4476-933d-39df501c0d50"/>
          <p:cNvSpPr>
            <a:spLocks noGrp="1"/>
          </p:cNvSpPr>
          <p:nvPr>
            <p:ph type="body" idx="1" hasCustomPrompt="1"/>
          </p:nvPr>
        </p:nvSpPr>
        <p:spPr>
          <a:xfrm>
            <a:off x="3378200" y="2521796"/>
            <a:ext cx="5435600" cy="3612303"/>
          </a:xfrm>
        </p:spPr>
        <p:txBody>
          <a:bodyPr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  <a:endParaRPr lang="en-US"/>
          </a:p>
        </p:txBody>
      </p:sp>
      <p:sp>
        <p:nvSpPr>
          <p:cNvPr id="4" name="日期占位符 3" descr="a6980c15-348c-4db6-930c-43704209ba7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 descr="8a4c7b7b-7bde-479b-a9dd-add3300c9a3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 descr="bdde1833-6381-435c-84a4-908bbf6c6e5e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 descr="f12aac00-dd96-42de-8b84-e70b0c75650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 descr="4d2bce80-2cf3-4b1c-a6f0-b34c17f461fb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 descr="3b3db162-564f-4622-8416-6afa366988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 descr="e157280e-97eb-4809-bc1f-97068cfd914f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 descr="f21b47ca-0d8d-4b82-a515-6169e6ada9e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 descr="3e113093-a6ef-4222-89c2-dd5785f7ae6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 descr="29cd8f76-ecaa-4f5a-a61c-75bb30dfc070"/>
          <p:cNvGrpSpPr/>
          <p:nvPr/>
        </p:nvGrpSpPr>
        <p:grpSpPr>
          <a:xfrm>
            <a:off x="0" y="-1"/>
            <a:ext cx="12177811" cy="6859420"/>
            <a:chOff x="0" y="-1"/>
            <a:chExt cx="12177811" cy="6859420"/>
          </a:xfrm>
        </p:grpSpPr>
        <p:pic>
          <p:nvPicPr>
            <p:cNvPr id="6" name="图片 5" descr="bf3fed7e-9cab-470d-835a-c1f8e50dc1c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 bwMode="auto">
            <a:xfrm>
              <a:off x="0" y="-1"/>
              <a:ext cx="12177811" cy="6859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椭圆 6" descr="8e6a393e-170c-4af6-8f6e-6e80f911e2d4"/>
            <p:cNvSpPr>
              <a:spLocks noChangeArrowheads="1"/>
            </p:cNvSpPr>
            <p:nvPr/>
          </p:nvSpPr>
          <p:spPr bwMode="auto">
            <a:xfrm>
              <a:off x="10184137" y="1132248"/>
              <a:ext cx="87979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椭圆 7" descr="37488295-a51b-462d-a489-95ffd79b3d4d"/>
            <p:cNvSpPr>
              <a:spLocks noChangeArrowheads="1"/>
            </p:cNvSpPr>
            <p:nvPr/>
          </p:nvSpPr>
          <p:spPr bwMode="auto">
            <a:xfrm>
              <a:off x="10232382" y="1529566"/>
              <a:ext cx="79464" cy="7946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椭圆 8" descr="1374881a-45b9-4223-8e0b-42a2bc38d1b7"/>
            <p:cNvSpPr>
              <a:spLocks noChangeArrowheads="1"/>
            </p:cNvSpPr>
            <p:nvPr/>
          </p:nvSpPr>
          <p:spPr bwMode="auto">
            <a:xfrm>
              <a:off x="10042237" y="1447264"/>
              <a:ext cx="62436" cy="62436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椭圆 9" descr="04b6b4c1-0470-47fd-b83f-188b9a2562c3"/>
            <p:cNvSpPr>
              <a:spLocks noChangeArrowheads="1"/>
            </p:cNvSpPr>
            <p:nvPr/>
          </p:nvSpPr>
          <p:spPr bwMode="auto">
            <a:xfrm>
              <a:off x="10445232" y="445454"/>
              <a:ext cx="34056" cy="42571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椭圆 10" descr="0fcef981-cbad-4978-b8b9-c68220c16b9e"/>
            <p:cNvSpPr>
              <a:spLocks noChangeArrowheads="1"/>
            </p:cNvSpPr>
            <p:nvPr/>
          </p:nvSpPr>
          <p:spPr bwMode="auto">
            <a:xfrm>
              <a:off x="10104673" y="876829"/>
              <a:ext cx="39732" cy="3973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椭圆 11" descr="bf0c7409-4941-438c-84ab-9531f6c6c36f"/>
            <p:cNvSpPr>
              <a:spLocks noChangeArrowheads="1"/>
            </p:cNvSpPr>
            <p:nvPr/>
          </p:nvSpPr>
          <p:spPr bwMode="auto">
            <a:xfrm>
              <a:off x="10802818" y="204224"/>
              <a:ext cx="85140" cy="8797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椭圆 12" descr="67d8e5c4-ab84-4b8f-a2c5-cda8436f3cab"/>
            <p:cNvSpPr>
              <a:spLocks noChangeArrowheads="1"/>
            </p:cNvSpPr>
            <p:nvPr/>
          </p:nvSpPr>
          <p:spPr bwMode="auto">
            <a:xfrm>
              <a:off x="10981611" y="675331"/>
              <a:ext cx="150414" cy="147575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椭圆 13" descr="5772d03c-b9de-4cff-a399-f6ecfbcab095"/>
            <p:cNvSpPr>
              <a:spLocks noChangeArrowheads="1"/>
            </p:cNvSpPr>
            <p:nvPr/>
          </p:nvSpPr>
          <p:spPr bwMode="auto">
            <a:xfrm>
              <a:off x="10655243" y="1058460"/>
              <a:ext cx="113520" cy="12203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椭圆 14" descr="9a35f7b3-37e0-406a-952a-1d697f524199"/>
            <p:cNvSpPr>
              <a:spLocks noChangeArrowheads="1"/>
            </p:cNvSpPr>
            <p:nvPr/>
          </p:nvSpPr>
          <p:spPr bwMode="auto">
            <a:xfrm>
              <a:off x="10842550" y="1416047"/>
              <a:ext cx="59599" cy="59599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椭圆 15" descr="b88ef217-f0f9-4338-b5ef-063c5a07aa71"/>
            <p:cNvSpPr>
              <a:spLocks noChangeArrowheads="1"/>
            </p:cNvSpPr>
            <p:nvPr/>
          </p:nvSpPr>
          <p:spPr bwMode="auto">
            <a:xfrm>
              <a:off x="10533209" y="1589163"/>
              <a:ext cx="93655" cy="9365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椭圆 16" descr="6bbcf09e-cd54-4434-b9eb-6344eb740658"/>
            <p:cNvSpPr>
              <a:spLocks noChangeArrowheads="1"/>
            </p:cNvSpPr>
            <p:nvPr/>
          </p:nvSpPr>
          <p:spPr bwMode="auto">
            <a:xfrm>
              <a:off x="10379957" y="1853097"/>
              <a:ext cx="85140" cy="8514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椭圆 17" descr="1bc17ffa-b700-496d-8ba6-1c4522b01a1e"/>
            <p:cNvSpPr>
              <a:spLocks noChangeArrowheads="1"/>
            </p:cNvSpPr>
            <p:nvPr/>
          </p:nvSpPr>
          <p:spPr bwMode="auto">
            <a:xfrm>
              <a:off x="11191622" y="1731062"/>
              <a:ext cx="127710" cy="12203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" name="标题 1" descr="bd56d51e-3c3c-47b5-ada2-a1674c1cf114"/>
          <p:cNvSpPr>
            <a:spLocks noGrp="1"/>
          </p:cNvSpPr>
          <p:nvPr>
            <p:ph type="title" hasCustomPrompt="1"/>
          </p:nvPr>
        </p:nvSpPr>
        <p:spPr>
          <a:xfrm>
            <a:off x="3320473" y="1971514"/>
            <a:ext cx="5551054" cy="2808300"/>
          </a:xfrm>
        </p:spPr>
        <p:txBody>
          <a:bodyPr anchor="ctr">
            <a:noAutofit/>
          </a:bodyPr>
          <a:lstStyle>
            <a:lvl1pPr algn="ctr">
              <a:defRPr sz="480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文本占位符 3" descr="005fc339-84ee-4988-962d-ae27872e00c7"/>
          <p:cNvSpPr>
            <a:spLocks noGrp="1"/>
          </p:cNvSpPr>
          <p:nvPr>
            <p:ph type="body" sz="quarter" idx="13" hasCustomPrompt="1"/>
          </p:nvPr>
        </p:nvSpPr>
        <p:spPr>
          <a:xfrm>
            <a:off x="3320473" y="4911206"/>
            <a:ext cx="5551054" cy="274320"/>
          </a:xfrm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 descr="668b9c06-9143-4d0b-aa44-e7405bb9dfbe"/>
          <p:cNvSpPr>
            <a:spLocks noGrp="1"/>
          </p:cNvSpPr>
          <p:nvPr>
            <p:ph type="body" sz="quarter" idx="14" hasCustomPrompt="1"/>
          </p:nvPr>
        </p:nvSpPr>
        <p:spPr>
          <a:xfrm>
            <a:off x="3320473" y="5185526"/>
            <a:ext cx="5551054" cy="274320"/>
          </a:xfrm>
        </p:spPr>
        <p:txBody>
          <a:bodyPr anchor="ctr"/>
          <a:lstStyle>
            <a:lvl1pPr marL="0" indent="0" algn="ct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9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9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f544481-f7cb-43fa-aecb-9c0b4c190fe7"/>
          <p:cNvSpPr>
            <a:spLocks noGrp="1"/>
          </p:cNvSpPr>
          <p:nvPr>
            <p:ph type="ctrTitle" hasCustomPrompt="1"/>
          </p:nvPr>
        </p:nvSpPr>
        <p:spPr/>
        <p:txBody>
          <a:bodyPr/>
          <a:lstStyle/>
          <a:p>
            <a:r>
              <a:rPr lang="zh-CN" altLang="en-US" dirty="0"/>
              <a:t>安全基线检查工具</a:t>
            </a:r>
            <a:endParaRPr lang="en-US" dirty="0"/>
          </a:p>
        </p:txBody>
      </p:sp>
      <p:sp>
        <p:nvSpPr>
          <p:cNvPr id="3" name="副标题 2" descr="7c37315b-f8e4-4e28-8ba2-e38023260ee7"/>
          <p:cNvSpPr>
            <a:spLocks noGrp="1"/>
          </p:cNvSpPr>
          <p:nvPr>
            <p:ph type="subTitle" idx="1" hasCustomPrompt="1"/>
          </p:nvPr>
        </p:nvSpPr>
        <p:spPr/>
        <p:txBody>
          <a:bodyPr/>
          <a:lstStyle/>
          <a:p>
            <a:r>
              <a:rPr lang="zh-CN" altLang="en-US" dirty="0"/>
              <a:t>保障系统安全的重要工具</a:t>
            </a:r>
            <a:endParaRPr 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abcb02ba-3424-4405-bb18-38f6e4d744f7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工具概述</a:t>
            </a:r>
            <a:endParaRPr lang="en-US" dirty="0"/>
          </a:p>
        </p:txBody>
      </p:sp>
      <p:sp>
        <p:nvSpPr>
          <p:cNvPr id="3" name="文本占位符 2" descr="daacffd2-d541-4476-933d-39df501c0d50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r>
              <a:rPr lang="zh-CN" altLang="en-US" dirty="0"/>
              <a:t>了解安全基线检查工具的基本情况</a:t>
            </a:r>
            <a:endParaRPr 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工具详情</a:t>
            </a:r>
            <a:endParaRPr lang="en-US" dirty="0"/>
          </a:p>
        </p:txBody>
      </p:sp>
      <p:grpSp>
        <p:nvGrpSpPr>
          <p:cNvPr id="3" name="6e293a3c-1c23-4908-b9eb-d7e770c59616.source.3.zh-Hans.pptx" descr="7b533f8c-babe-48fe-9723-b0f44f6b7e79"/>
          <p:cNvGrpSpPr/>
          <p:nvPr/>
        </p:nvGrpSpPr>
        <p:grpSpPr>
          <a:xfrm>
            <a:off x="660400" y="1974466"/>
            <a:ext cx="10858499" cy="4159634"/>
            <a:chOff x="660400" y="1974466"/>
            <a:chExt cx="10858499" cy="4159634"/>
          </a:xfrm>
        </p:grpSpPr>
        <p:grpSp>
          <p:nvGrpSpPr>
            <p:cNvPr id="18" name="组合 17" descr="90eb8dc5-9328-45c4-9136-90d07671d400"/>
            <p:cNvGrpSpPr/>
            <p:nvPr/>
          </p:nvGrpSpPr>
          <p:grpSpPr>
            <a:xfrm>
              <a:off x="660400" y="1974466"/>
              <a:ext cx="5212469" cy="1970398"/>
              <a:chOff x="660400" y="1974466"/>
              <a:chExt cx="5212469" cy="1970398"/>
            </a:xfrm>
          </p:grpSpPr>
          <p:sp>
            <p:nvSpPr>
              <p:cNvPr id="4" name="Shape1" descr="a30d8ea9-439f-4b41-a9a5-8de3a381355d"/>
              <p:cNvSpPr/>
              <p:nvPr/>
            </p:nvSpPr>
            <p:spPr>
              <a:xfrm>
                <a:off x="660400" y="2388003"/>
                <a:ext cx="767922" cy="767922"/>
              </a:xfrm>
              <a:custGeom>
                <a:avLst/>
                <a:gdLst>
                  <a:gd name="connsiteX0" fmla="*/ 616817 w 616816"/>
                  <a:gd name="connsiteY0" fmla="*/ 308408 h 616816"/>
                  <a:gd name="connsiteX1" fmla="*/ 308408 w 616816"/>
                  <a:gd name="connsiteY1" fmla="*/ 616817 h 616816"/>
                  <a:gd name="connsiteX2" fmla="*/ 0 w 616816"/>
                  <a:gd name="connsiteY2" fmla="*/ 308408 h 616816"/>
                  <a:gd name="connsiteX3" fmla="*/ 308408 w 616816"/>
                  <a:gd name="connsiteY3" fmla="*/ 0 h 616816"/>
                  <a:gd name="connsiteX4" fmla="*/ 616817 w 616816"/>
                  <a:gd name="connsiteY4" fmla="*/ 308408 h 616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6816" h="616816">
                    <a:moveTo>
                      <a:pt x="616817" y="308408"/>
                    </a:moveTo>
                    <a:cubicBezTo>
                      <a:pt x="616817" y="478738"/>
                      <a:pt x="478738" y="616817"/>
                      <a:pt x="308408" y="616817"/>
                    </a:cubicBezTo>
                    <a:cubicBezTo>
                      <a:pt x="138079" y="616817"/>
                      <a:pt x="0" y="478738"/>
                      <a:pt x="0" y="308408"/>
                    </a:cubicBezTo>
                    <a:cubicBezTo>
                      <a:pt x="0" y="138079"/>
                      <a:pt x="138079" y="0"/>
                      <a:pt x="308408" y="0"/>
                    </a:cubicBezTo>
                    <a:cubicBezTo>
                      <a:pt x="478738" y="0"/>
                      <a:pt x="616817" y="138079"/>
                      <a:pt x="616817" y="308408"/>
                    </a:cubicBezTo>
                    <a:close/>
                  </a:path>
                </a:pathLst>
              </a:custGeom>
              <a:noFill/>
              <a:ln w="25400" cap="flat">
                <a:solidFill>
                  <a:schemeClr val="accent1">
                    <a:alpha val="50000"/>
                  </a:schemeClr>
                </a:solidFill>
                <a:custDash>
                  <a:ds d="299085" sp="149543"/>
                </a:custDash>
                <a:miter/>
              </a:ln>
            </p:spPr>
            <p:txBody>
              <a:bodyPr rtlCol="0" anchor="ctr"/>
              <a:lstStyle/>
              <a:p>
                <a:endParaRPr lang="zh-CN" altLang="en-US" sz="2000">
                  <a:latin typeface="Arial" panose="020B0604020202090204" pitchFamily="34" charset="0"/>
                  <a:ea typeface="微软雅黑" panose="020B0503020204020204" pitchFamily="34" charset="-122"/>
                  <a:sym typeface="Arial" panose="020B0604020202090204" pitchFamily="34" charset="0"/>
                </a:endParaRPr>
              </a:p>
            </p:txBody>
          </p:sp>
          <p:sp>
            <p:nvSpPr>
              <p:cNvPr id="8" name="Number1" descr="34549f37-7968-4a82-8fc7-67e82123f63e"/>
              <p:cNvSpPr txBox="1"/>
              <p:nvPr/>
            </p:nvSpPr>
            <p:spPr>
              <a:xfrm>
                <a:off x="743405" y="2475553"/>
                <a:ext cx="601912" cy="592823"/>
              </a:xfrm>
              <a:prstGeom prst="ellipse">
                <a:avLst/>
              </a:prstGeom>
              <a:gradFill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0000">
                    <a:schemeClr val="accent1"/>
                  </a:gs>
                </a:gsLst>
                <a:lin ang="2700000" scaled="0"/>
              </a:gradFill>
            </p:spPr>
            <p:txBody>
              <a:bodyPr wrap="none" lIns="108000" tIns="108000" rIns="108000" bIns="108000" rtlCol="0" anchor="ctr" anchorCtr="0">
                <a:noAutofit/>
              </a:bodyPr>
              <a:lstStyle>
                <a:defPPr>
                  <a:defRPr lang="en-US"/>
                </a:defPPr>
                <a:lvl1pPr algn="ctr">
                  <a:defRPr kumimoji="1" b="1">
                    <a:solidFill>
                      <a:srgbClr val="FFFFFF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>
                    <a:sym typeface="Arial" panose="020B0604020202090204" pitchFamily="34" charset="0"/>
                  </a:rPr>
                  <a:t>1</a:t>
                </a:r>
                <a:endParaRPr lang="zh-CN" altLang="en-US" dirty="0">
                  <a:sym typeface="Arial" panose="020B0604020202090204" pitchFamily="34" charset="0"/>
                </a:endParaRPr>
              </a:p>
            </p:txBody>
          </p:sp>
          <p:sp>
            <p:nvSpPr>
              <p:cNvPr id="13" name="Bullet1" descr="52f88ed0-5bb3-4283-8567-3b08387da17d"/>
              <p:cNvSpPr/>
              <p:nvPr/>
            </p:nvSpPr>
            <p:spPr>
              <a:xfrm>
                <a:off x="1470370" y="1974466"/>
                <a:ext cx="4402499" cy="89023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SecurityCheck_v5.exe</a:t>
                </a:r>
                <a:endParaRPr lang="en-US" dirty="0"/>
              </a:p>
            </p:txBody>
          </p:sp>
          <p:sp>
            <p:nvSpPr>
              <p:cNvPr id="14" name="Text1" descr="fea9e9a9-fde0-4ac4-ab56-21b41934b08e"/>
              <p:cNvSpPr/>
              <p:nvPr/>
            </p:nvSpPr>
            <p:spPr>
              <a:xfrm>
                <a:off x="1470369" y="2864699"/>
                <a:ext cx="4402499" cy="1080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200" dirty="0">
                    <a:solidFill>
                      <a:schemeClr val="tx1"/>
                    </a:solidFill>
                  </a:rPr>
                  <a:t>powershell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脚本打包而成</a:t>
                </a:r>
                <a:r>
                  <a:rPr kumimoji="1" lang="en-US" altLang="zh-CN" sz="1200" dirty="0">
                    <a:solidFill>
                      <a:schemeClr val="tx1"/>
                    </a:solidFill>
                  </a:rPr>
                  <a:t>，</a:t>
                </a:r>
                <a:r>
                  <a:rPr kumimoji="1" lang="zh-CN" altLang="en-US" sz="1200" dirty="0">
                    <a:solidFill>
                      <a:schemeClr val="tx1"/>
                    </a:solidFill>
                    <a:sym typeface="+mn-ea"/>
                  </a:rPr>
                  <a:t>依赖某些系统库</a:t>
                </a:r>
                <a:r>
                  <a:rPr kumimoji="1" lang="en-US" altLang="zh-CN" sz="1200" dirty="0">
                    <a:solidFill>
                      <a:schemeClr val="tx1"/>
                    </a:solidFill>
                    <a:sym typeface="+mn-ea"/>
                  </a:rPr>
                  <a:t>，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全面的安全基线检测工具，提供整改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方法。</a:t>
                </a:r>
                <a:endParaRPr lang="en-US" dirty="0"/>
              </a:p>
            </p:txBody>
          </p:sp>
        </p:grpSp>
        <p:grpSp>
          <p:nvGrpSpPr>
            <p:cNvPr id="19" name="组合 18" descr="b7273040-8047-4ff2-9cf1-879c492e32d7"/>
            <p:cNvGrpSpPr/>
            <p:nvPr/>
          </p:nvGrpSpPr>
          <p:grpSpPr>
            <a:xfrm>
              <a:off x="6306431" y="1974466"/>
              <a:ext cx="5212468" cy="1970398"/>
              <a:chOff x="6306431" y="1974466"/>
              <a:chExt cx="5212468" cy="1970398"/>
            </a:xfrm>
          </p:grpSpPr>
          <p:sp>
            <p:nvSpPr>
              <p:cNvPr id="61" name="Shape2" descr="c02831fe-c257-44e4-9bd9-b8f0df8c21a1"/>
              <p:cNvSpPr/>
              <p:nvPr/>
            </p:nvSpPr>
            <p:spPr>
              <a:xfrm>
                <a:off x="6306431" y="2388003"/>
                <a:ext cx="767922" cy="767922"/>
              </a:xfrm>
              <a:custGeom>
                <a:avLst/>
                <a:gdLst>
                  <a:gd name="connsiteX0" fmla="*/ 616817 w 616816"/>
                  <a:gd name="connsiteY0" fmla="*/ 308408 h 616816"/>
                  <a:gd name="connsiteX1" fmla="*/ 308408 w 616816"/>
                  <a:gd name="connsiteY1" fmla="*/ 616817 h 616816"/>
                  <a:gd name="connsiteX2" fmla="*/ 0 w 616816"/>
                  <a:gd name="connsiteY2" fmla="*/ 308408 h 616816"/>
                  <a:gd name="connsiteX3" fmla="*/ 308408 w 616816"/>
                  <a:gd name="connsiteY3" fmla="*/ 0 h 616816"/>
                  <a:gd name="connsiteX4" fmla="*/ 616817 w 616816"/>
                  <a:gd name="connsiteY4" fmla="*/ 308408 h 616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6816" h="616816">
                    <a:moveTo>
                      <a:pt x="616817" y="308408"/>
                    </a:moveTo>
                    <a:cubicBezTo>
                      <a:pt x="616817" y="478738"/>
                      <a:pt x="478738" y="616817"/>
                      <a:pt x="308408" y="616817"/>
                    </a:cubicBezTo>
                    <a:cubicBezTo>
                      <a:pt x="138079" y="616817"/>
                      <a:pt x="0" y="478738"/>
                      <a:pt x="0" y="308408"/>
                    </a:cubicBezTo>
                    <a:cubicBezTo>
                      <a:pt x="0" y="138079"/>
                      <a:pt x="138079" y="0"/>
                      <a:pt x="308408" y="0"/>
                    </a:cubicBezTo>
                    <a:cubicBezTo>
                      <a:pt x="478738" y="0"/>
                      <a:pt x="616817" y="138079"/>
                      <a:pt x="616817" y="308408"/>
                    </a:cubicBezTo>
                    <a:close/>
                  </a:path>
                </a:pathLst>
              </a:custGeom>
              <a:noFill/>
              <a:ln w="25400" cap="flat">
                <a:solidFill>
                  <a:schemeClr val="accent2">
                    <a:alpha val="50000"/>
                  </a:schemeClr>
                </a:solidFill>
                <a:custDash>
                  <a:ds d="299085" sp="149543"/>
                </a:custDash>
                <a:miter/>
              </a:ln>
            </p:spPr>
            <p:txBody>
              <a:bodyPr rtlCol="0" anchor="ctr"/>
              <a:lstStyle/>
              <a:p>
                <a:endParaRPr lang="zh-CN" altLang="en-US" sz="2000">
                  <a:latin typeface="Arial" panose="020B0604020202090204" pitchFamily="34" charset="0"/>
                  <a:ea typeface="微软雅黑" panose="020B0503020204020204" pitchFamily="34" charset="-122"/>
                  <a:sym typeface="Arial" panose="020B0604020202090204" pitchFamily="34" charset="0"/>
                </a:endParaRPr>
              </a:p>
            </p:txBody>
          </p:sp>
          <p:sp>
            <p:nvSpPr>
              <p:cNvPr id="62" name="Number2" descr="bf26ad5e-a3cc-4088-a021-869e0d455ac5"/>
              <p:cNvSpPr txBox="1"/>
              <p:nvPr/>
            </p:nvSpPr>
            <p:spPr>
              <a:xfrm>
                <a:off x="6389436" y="2475553"/>
                <a:ext cx="601912" cy="592823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50000">
                    <a:schemeClr val="accent2"/>
                  </a:gs>
                </a:gsLst>
                <a:lin ang="2700000" scaled="0"/>
              </a:gradFill>
            </p:spPr>
            <p:txBody>
              <a:bodyPr wrap="none" lIns="108000" tIns="108000" rIns="108000" bIns="108000" rtlCol="0" anchor="ctr" anchorCtr="0">
                <a:noAutofit/>
              </a:bodyPr>
              <a:lstStyle>
                <a:defPPr>
                  <a:defRPr lang="en-US"/>
                </a:defPPr>
                <a:lvl1pPr algn="ctr">
                  <a:defRPr kumimoji="1" b="1">
                    <a:solidFill>
                      <a:srgbClr val="FFFFFF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>
                    <a:sym typeface="Arial" panose="020B0604020202090204" pitchFamily="34" charset="0"/>
                  </a:rPr>
                  <a:t>2</a:t>
                </a:r>
                <a:endParaRPr lang="zh-CN" altLang="en-US" dirty="0">
                  <a:sym typeface="Arial" panose="020B0604020202090204" pitchFamily="34" charset="0"/>
                </a:endParaRPr>
              </a:p>
            </p:txBody>
          </p:sp>
          <p:sp>
            <p:nvSpPr>
              <p:cNvPr id="59" name="Bullet2" descr="74c09c73-27cc-4736-9078-1840a5bd7145"/>
              <p:cNvSpPr/>
              <p:nvPr/>
            </p:nvSpPr>
            <p:spPr>
              <a:xfrm>
                <a:off x="7116400" y="1974466"/>
                <a:ext cx="4402499" cy="89023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checkline_requirePython.exe</a:t>
                </a:r>
                <a:endParaRPr lang="en-US" dirty="0"/>
              </a:p>
            </p:txBody>
          </p:sp>
          <p:sp>
            <p:nvSpPr>
              <p:cNvPr id="60" name="Text2" descr="e12333d0-b49d-4fcd-824c-2f6c00161595"/>
              <p:cNvSpPr/>
              <p:nvPr/>
            </p:nvSpPr>
            <p:spPr>
              <a:xfrm>
                <a:off x="7116400" y="2864699"/>
                <a:ext cx="4402499" cy="1080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200" dirty="0">
                    <a:solidFill>
                      <a:schemeClr val="tx1"/>
                    </a:solidFill>
                  </a:rPr>
                  <a:t>python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脚本打包而成</a:t>
                </a:r>
                <a:r>
                  <a:rPr kumimoji="1" lang="en-US" altLang="zh-CN" sz="1200" dirty="0">
                    <a:solidFill>
                      <a:schemeClr val="tx1"/>
                    </a:solidFill>
                  </a:rPr>
                  <a:t>，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依赖某些系统</a:t>
                </a: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库，检测速度快，但部分功能依赖系统。</a:t>
                </a:r>
                <a:endParaRPr lang="en-US" dirty="0"/>
              </a:p>
            </p:txBody>
          </p:sp>
        </p:grpSp>
        <p:grpSp>
          <p:nvGrpSpPr>
            <p:cNvPr id="20" name="组合 19" descr="aa2cf121-5550-474c-8cd6-88d5e2472afd"/>
            <p:cNvGrpSpPr/>
            <p:nvPr/>
          </p:nvGrpSpPr>
          <p:grpSpPr>
            <a:xfrm>
              <a:off x="3489766" y="4163702"/>
              <a:ext cx="5212469" cy="1970398"/>
              <a:chOff x="3489766" y="4163702"/>
              <a:chExt cx="5212469" cy="1970398"/>
            </a:xfrm>
          </p:grpSpPr>
          <p:sp>
            <p:nvSpPr>
              <p:cNvPr id="355" name="Shape3" descr="d7f41f5f-5228-4aac-ac1a-ea47ae5bfc6c"/>
              <p:cNvSpPr/>
              <p:nvPr/>
            </p:nvSpPr>
            <p:spPr>
              <a:xfrm>
                <a:off x="3489766" y="4577239"/>
                <a:ext cx="767922" cy="767922"/>
              </a:xfrm>
              <a:custGeom>
                <a:avLst/>
                <a:gdLst>
                  <a:gd name="connsiteX0" fmla="*/ 616817 w 616816"/>
                  <a:gd name="connsiteY0" fmla="*/ 308408 h 616816"/>
                  <a:gd name="connsiteX1" fmla="*/ 308408 w 616816"/>
                  <a:gd name="connsiteY1" fmla="*/ 616817 h 616816"/>
                  <a:gd name="connsiteX2" fmla="*/ 0 w 616816"/>
                  <a:gd name="connsiteY2" fmla="*/ 308408 h 616816"/>
                  <a:gd name="connsiteX3" fmla="*/ 308408 w 616816"/>
                  <a:gd name="connsiteY3" fmla="*/ 0 h 616816"/>
                  <a:gd name="connsiteX4" fmla="*/ 616817 w 616816"/>
                  <a:gd name="connsiteY4" fmla="*/ 308408 h 616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6816" h="616816">
                    <a:moveTo>
                      <a:pt x="616817" y="308408"/>
                    </a:moveTo>
                    <a:cubicBezTo>
                      <a:pt x="616817" y="478738"/>
                      <a:pt x="478738" y="616817"/>
                      <a:pt x="308408" y="616817"/>
                    </a:cubicBezTo>
                    <a:cubicBezTo>
                      <a:pt x="138079" y="616817"/>
                      <a:pt x="0" y="478738"/>
                      <a:pt x="0" y="308408"/>
                    </a:cubicBezTo>
                    <a:cubicBezTo>
                      <a:pt x="0" y="138079"/>
                      <a:pt x="138079" y="0"/>
                      <a:pt x="308408" y="0"/>
                    </a:cubicBezTo>
                    <a:cubicBezTo>
                      <a:pt x="478738" y="0"/>
                      <a:pt x="616817" y="138079"/>
                      <a:pt x="616817" y="308408"/>
                    </a:cubicBezTo>
                    <a:close/>
                  </a:path>
                </a:pathLst>
              </a:custGeom>
              <a:noFill/>
              <a:ln w="25400" cap="flat">
                <a:solidFill>
                  <a:schemeClr val="accent3">
                    <a:alpha val="50000"/>
                  </a:schemeClr>
                </a:solidFill>
                <a:custDash>
                  <a:ds d="299085" sp="149543"/>
                </a:custDash>
                <a:miter/>
              </a:ln>
            </p:spPr>
            <p:txBody>
              <a:bodyPr rtlCol="0" anchor="ctr"/>
              <a:lstStyle/>
              <a:p>
                <a:endParaRPr lang="zh-CN" altLang="en-US" sz="2000">
                  <a:latin typeface="Arial" panose="020B0604020202090204" pitchFamily="34" charset="0"/>
                  <a:ea typeface="微软雅黑" panose="020B0503020204020204" pitchFamily="34" charset="-122"/>
                  <a:sym typeface="Arial" panose="020B0604020202090204" pitchFamily="34" charset="0"/>
                </a:endParaRPr>
              </a:p>
            </p:txBody>
          </p:sp>
          <p:sp>
            <p:nvSpPr>
              <p:cNvPr id="356" name="Number3" descr="2dff2e49-99b8-40ae-81e4-f0ef79082910"/>
              <p:cNvSpPr txBox="1"/>
              <p:nvPr/>
            </p:nvSpPr>
            <p:spPr>
              <a:xfrm>
                <a:off x="3572771" y="4664789"/>
                <a:ext cx="601912" cy="592823"/>
              </a:xfrm>
              <a:prstGeom prst="ellipse">
                <a:avLst/>
              </a:prstGeom>
              <a:gradFill>
                <a:gsLst>
                  <a:gs pos="0">
                    <a:schemeClr val="accent3">
                      <a:lumMod val="60000"/>
                      <a:lumOff val="40000"/>
                    </a:schemeClr>
                  </a:gs>
                  <a:gs pos="50000">
                    <a:schemeClr val="accent3"/>
                  </a:gs>
                </a:gsLst>
                <a:lin ang="2700000" scaled="0"/>
              </a:gradFill>
            </p:spPr>
            <p:txBody>
              <a:bodyPr wrap="none" lIns="108000" tIns="108000" rIns="108000" bIns="108000" rtlCol="0" anchor="ctr" anchorCtr="0">
                <a:noAutofit/>
              </a:bodyPr>
              <a:lstStyle>
                <a:defPPr>
                  <a:defRPr lang="en-US"/>
                </a:defPPr>
                <a:lvl1pPr algn="ctr">
                  <a:defRPr kumimoji="1" b="1">
                    <a:solidFill>
                      <a:srgbClr val="FFFFFF"/>
                    </a:solidFill>
                  </a:defRPr>
                </a:lvl1pPr>
                <a:lvl2pPr>
                  <a:defRPr>
                    <a:solidFill>
                      <a:schemeClr val="tx1"/>
                    </a:solidFill>
                  </a:defRPr>
                </a:lvl2pPr>
                <a:lvl3pPr>
                  <a:defRPr>
                    <a:solidFill>
                      <a:schemeClr val="tx1"/>
                    </a:solidFill>
                  </a:defRPr>
                </a:lvl3pPr>
                <a:lvl4pPr>
                  <a:defRPr>
                    <a:solidFill>
                      <a:schemeClr val="tx1"/>
                    </a:solidFill>
                  </a:defRPr>
                </a:lvl4pPr>
                <a:lvl5pPr>
                  <a:defRPr>
                    <a:solidFill>
                      <a:schemeClr val="tx1"/>
                    </a:solidFill>
                  </a:defRPr>
                </a:lvl5pPr>
                <a:lvl6pPr>
                  <a:defRPr>
                    <a:solidFill>
                      <a:schemeClr val="tx1"/>
                    </a:solidFill>
                  </a:defRPr>
                </a:lvl6pPr>
                <a:lvl7pPr>
                  <a:defRPr>
                    <a:solidFill>
                      <a:schemeClr val="tx1"/>
                    </a:solidFill>
                  </a:defRPr>
                </a:lvl7pPr>
                <a:lvl8pPr>
                  <a:defRPr>
                    <a:solidFill>
                      <a:schemeClr val="tx1"/>
                    </a:solidFill>
                  </a:defRPr>
                </a:lvl8pPr>
                <a:lvl9pPr>
                  <a:defRPr>
                    <a:solidFill>
                      <a:schemeClr val="tx1"/>
                    </a:solidFill>
                  </a:defRPr>
                </a:lvl9pPr>
              </a:lstStyle>
              <a:p>
                <a:r>
                  <a:rPr lang="en-US" altLang="zh-CN" dirty="0">
                    <a:sym typeface="Arial" panose="020B0604020202090204" pitchFamily="34" charset="0"/>
                  </a:rPr>
                  <a:t>3</a:t>
                </a:r>
                <a:endParaRPr lang="zh-CN" altLang="en-US" dirty="0">
                  <a:sym typeface="Arial" panose="020B0604020202090204" pitchFamily="34" charset="0"/>
                </a:endParaRPr>
              </a:p>
            </p:txBody>
          </p:sp>
          <p:sp>
            <p:nvSpPr>
              <p:cNvPr id="353" name="Bullet3" descr="0b9f81a7-9bbc-42e5-9b7e-829ddf67ab4d"/>
              <p:cNvSpPr/>
              <p:nvPr/>
            </p:nvSpPr>
            <p:spPr>
              <a:xfrm>
                <a:off x="4299736" y="4163702"/>
                <a:ext cx="4402499" cy="89023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工具对比</a:t>
                </a:r>
                <a:endParaRPr lang="en-US" dirty="0"/>
              </a:p>
            </p:txBody>
          </p:sp>
          <p:sp>
            <p:nvSpPr>
              <p:cNvPr id="354" name="Text3" descr="cd775bc6-71dd-41e7-938e-d00a556b2f2f"/>
              <p:cNvSpPr/>
              <p:nvPr/>
            </p:nvSpPr>
            <p:spPr>
              <a:xfrm>
                <a:off x="4299735" y="5053935"/>
                <a:ext cx="4402499" cy="10801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两者功能相近，但依赖环境不同，检测速度有差异。</a:t>
                </a:r>
                <a:endParaRPr lang="en-US" dirty="0"/>
              </a:p>
            </p:txBody>
          </p:sp>
        </p:grpSp>
      </p:grp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abcb02ba-3424-4405-bb18-38f6e4d744f7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SecurityCheck_v5.exe</a:t>
            </a:r>
            <a:endParaRPr lang="en-US" dirty="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主要功能</a:t>
            </a:r>
            <a:endParaRPr lang="en-US" dirty="0"/>
          </a:p>
        </p:txBody>
      </p:sp>
      <p:grpSp>
        <p:nvGrpSpPr>
          <p:cNvPr id="3" name="c6c0c05b-f3d3-4534-8ecd-584f1a7a35dc.source.7.zh-Hans.pptx" descr="7c3fe3d4-df26-4f76-a390-dbd4f7a6073e"/>
          <p:cNvGrpSpPr/>
          <p:nvPr/>
        </p:nvGrpSpPr>
        <p:grpSpPr>
          <a:xfrm>
            <a:off x="660400" y="1130300"/>
            <a:ext cx="10858500" cy="5003801"/>
            <a:chOff x="660400" y="1130300"/>
            <a:chExt cx="10858500" cy="5003801"/>
          </a:xfrm>
        </p:grpSpPr>
        <p:sp>
          <p:nvSpPr>
            <p:cNvPr id="304" name="矩形: 圆角 303" descr="e344e629-eb88-4bb6-a1fa-036d55e60929"/>
            <p:cNvSpPr/>
            <p:nvPr/>
          </p:nvSpPr>
          <p:spPr>
            <a:xfrm>
              <a:off x="7262898" y="1680207"/>
              <a:ext cx="4256001" cy="4453894"/>
            </a:xfrm>
            <a:prstGeom prst="roundRect">
              <a:avLst>
                <a:gd name="adj" fmla="val 3122"/>
              </a:avLst>
            </a:prstGeom>
            <a:solidFill>
              <a:schemeClr val="accent2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99" name="矩形: 圆角 298" descr="7d74783c-ad13-4706-8a20-8a8ca411faa8"/>
            <p:cNvSpPr/>
            <p:nvPr/>
          </p:nvSpPr>
          <p:spPr>
            <a:xfrm>
              <a:off x="4971762" y="1680207"/>
              <a:ext cx="2235778" cy="4453894"/>
            </a:xfrm>
            <a:prstGeom prst="roundRect">
              <a:avLst>
                <a:gd name="adj" fmla="val 3122"/>
              </a:avLst>
            </a:prstGeom>
            <a:solidFill>
              <a:schemeClr val="accent3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矩形: 圆角 12" descr="0d3bf38a-7f5e-417e-a5eb-802a521b12e9"/>
            <p:cNvSpPr/>
            <p:nvPr/>
          </p:nvSpPr>
          <p:spPr>
            <a:xfrm>
              <a:off x="660400" y="1680207"/>
              <a:ext cx="4256001" cy="4453894"/>
            </a:xfrm>
            <a:prstGeom prst="roundRect">
              <a:avLst>
                <a:gd name="adj" fmla="val 3122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5" name="Title" descr="88664260-1298-47de-bee0-4add4dfe4504"/>
            <p:cNvSpPr txBox="1"/>
            <p:nvPr/>
          </p:nvSpPr>
          <p:spPr>
            <a:xfrm>
              <a:off x="660400" y="1130300"/>
              <a:ext cx="10858500" cy="549907"/>
            </a:xfrm>
            <a:prstGeom prst="rect">
              <a:avLst/>
            </a:prstGeom>
          </p:spPr>
          <p:txBody>
            <a:bodyPr vert="horz" wrap="square" rtlCol="0" anchor="t" anchorCtr="0">
              <a:normAutofit/>
            </a:bodyPr>
            <a:lstStyle/>
            <a:p>
              <a:pPr algn="ctr"/>
              <a:r>
                <a:rPr lang="zh-CN" altLang="en-US" sz="2400" b="1" dirty="0"/>
                <a:t>了解工具的具体检测项目</a:t>
              </a:r>
              <a:endParaRPr lang="en-US" dirty="0"/>
            </a:p>
          </p:txBody>
        </p:sp>
        <p:grpSp>
          <p:nvGrpSpPr>
            <p:cNvPr id="312" name="组合 311" descr="a6d75cc0-4e16-4d25-8029-2cfb646c5c21"/>
            <p:cNvGrpSpPr/>
            <p:nvPr/>
          </p:nvGrpSpPr>
          <p:grpSpPr>
            <a:xfrm>
              <a:off x="660400" y="2940081"/>
              <a:ext cx="1964863" cy="1774764"/>
              <a:chOff x="660400" y="2940081"/>
              <a:chExt cx="1964863" cy="1774764"/>
            </a:xfrm>
          </p:grpSpPr>
          <p:sp>
            <p:nvSpPr>
              <p:cNvPr id="7" name="Bullet1" descr="6fc1d6c0-6148-45ee-a13e-4f3d6d3b07d6"/>
              <p:cNvSpPr txBox="1"/>
              <p:nvPr/>
            </p:nvSpPr>
            <p:spPr>
              <a:xfrm>
                <a:off x="660400" y="2940081"/>
                <a:ext cx="1964863" cy="555719"/>
              </a:xfrm>
              <a:prstGeom prst="roundRect">
                <a:avLst/>
              </a:prstGeom>
              <a:solidFill>
                <a:schemeClr val="accent1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FTP服务与传输功能检查</a:t>
                </a:r>
                <a:endParaRPr lang="en-US" dirty="0"/>
              </a:p>
            </p:txBody>
          </p:sp>
          <p:sp>
            <p:nvSpPr>
              <p:cNvPr id="8" name="Text1" descr="b9eb5e81-3f33-443d-86fd-ecff4086370d"/>
              <p:cNvSpPr txBox="1"/>
              <p:nvPr/>
            </p:nvSpPr>
            <p:spPr>
              <a:xfrm>
                <a:off x="660400" y="3547462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检查FTP服务安装、客户端功能启用及端口开放情况。</a:t>
                </a:r>
                <a:endParaRPr lang="en-US" dirty="0"/>
              </a:p>
            </p:txBody>
          </p:sp>
        </p:grpSp>
        <p:grpSp>
          <p:nvGrpSpPr>
            <p:cNvPr id="313" name="组合 312" descr="b42489e7-9858-4f1b-9c10-a1f67ba9ff35"/>
            <p:cNvGrpSpPr/>
            <p:nvPr/>
          </p:nvGrpSpPr>
          <p:grpSpPr>
            <a:xfrm>
              <a:off x="2830583" y="1927226"/>
              <a:ext cx="1964863" cy="1774765"/>
              <a:chOff x="2830583" y="1927226"/>
              <a:chExt cx="1964863" cy="1774765"/>
            </a:xfrm>
          </p:grpSpPr>
          <p:sp>
            <p:nvSpPr>
              <p:cNvPr id="14" name="Bullet2" descr="a1829e9f-bde0-45a6-8834-31820f4e2a14"/>
              <p:cNvSpPr txBox="1"/>
              <p:nvPr/>
            </p:nvSpPr>
            <p:spPr>
              <a:xfrm>
                <a:off x="2830583" y="1927226"/>
                <a:ext cx="1964863" cy="555719"/>
              </a:xfrm>
              <a:prstGeom prst="roundRect">
                <a:avLst/>
              </a:prstGeom>
              <a:solidFill>
                <a:schemeClr val="accent1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网卡信息检查</a:t>
                </a:r>
                <a:endParaRPr lang="en-US" dirty="0"/>
              </a:p>
            </p:txBody>
          </p:sp>
          <p:sp>
            <p:nvSpPr>
              <p:cNvPr id="15" name="Text2" descr="bead0a0b-b54a-4785-bca6-34f06f2f21a3"/>
              <p:cNvSpPr txBox="1"/>
              <p:nvPr/>
            </p:nvSpPr>
            <p:spPr>
              <a:xfrm>
                <a:off x="2830583" y="2534608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输出所有网卡信息，检测无线网卡是否启用。</a:t>
                </a:r>
                <a:endParaRPr lang="en-US" dirty="0"/>
              </a:p>
            </p:txBody>
          </p:sp>
        </p:grpSp>
        <p:grpSp>
          <p:nvGrpSpPr>
            <p:cNvPr id="314" name="组合 313" descr="2cd8fec5-2ad6-40bb-a49b-d4bb07ca4f75"/>
            <p:cNvGrpSpPr/>
            <p:nvPr/>
          </p:nvGrpSpPr>
          <p:grpSpPr>
            <a:xfrm>
              <a:off x="2788400" y="3952935"/>
              <a:ext cx="1964863" cy="1774765"/>
              <a:chOff x="2788400" y="3952935"/>
              <a:chExt cx="1964863" cy="1774765"/>
            </a:xfrm>
          </p:grpSpPr>
          <p:sp>
            <p:nvSpPr>
              <p:cNvPr id="16" name="Bullet3" descr="16cd1f7f-2de0-46c0-87b7-6a3a2ba287b4"/>
              <p:cNvSpPr txBox="1"/>
              <p:nvPr/>
            </p:nvSpPr>
            <p:spPr>
              <a:xfrm>
                <a:off x="2788400" y="3952935"/>
                <a:ext cx="1964863" cy="555719"/>
              </a:xfrm>
              <a:prstGeom prst="roundRect">
                <a:avLst/>
              </a:prstGeom>
              <a:solidFill>
                <a:schemeClr val="accent1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高危端口状态检测</a:t>
                </a:r>
                <a:endParaRPr lang="en-US" dirty="0"/>
              </a:p>
            </p:txBody>
          </p:sp>
          <p:sp>
            <p:nvSpPr>
              <p:cNvPr id="17" name="Text3" descr="3d6f28ec-08c4-4630-83f5-56c44cf7e90d"/>
              <p:cNvSpPr txBox="1"/>
              <p:nvPr/>
            </p:nvSpPr>
            <p:spPr>
              <a:xfrm>
                <a:off x="2788400" y="4560317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检查多个高危端口的防火墙策略，保障端口安全。</a:t>
                </a:r>
                <a:endParaRPr lang="en-US" dirty="0"/>
              </a:p>
            </p:txBody>
          </p:sp>
        </p:grpSp>
        <p:grpSp>
          <p:nvGrpSpPr>
            <p:cNvPr id="315" name="组合 314" descr="3428a01b-a52e-41e6-963c-85e972627b02"/>
            <p:cNvGrpSpPr/>
            <p:nvPr/>
          </p:nvGrpSpPr>
          <p:grpSpPr>
            <a:xfrm>
              <a:off x="5128309" y="2940081"/>
              <a:ext cx="1964863" cy="1774764"/>
              <a:chOff x="5128309" y="2940081"/>
              <a:chExt cx="1964863" cy="1774764"/>
            </a:xfrm>
          </p:grpSpPr>
          <p:sp>
            <p:nvSpPr>
              <p:cNvPr id="20" name="Bullet4" descr="aa11dce8-7506-40d5-8854-92f95c2cae9f"/>
              <p:cNvSpPr txBox="1"/>
              <p:nvPr/>
            </p:nvSpPr>
            <p:spPr>
              <a:xfrm>
                <a:off x="5128309" y="2940081"/>
                <a:ext cx="1964863" cy="555719"/>
              </a:xfrm>
              <a:prstGeom prst="roundRect">
                <a:avLst/>
              </a:prstGeom>
              <a:solidFill>
                <a:schemeClr val="accent3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IPv6禁用状态检查</a:t>
                </a:r>
                <a:endParaRPr lang="en-US" dirty="0"/>
              </a:p>
            </p:txBody>
          </p:sp>
          <p:sp>
            <p:nvSpPr>
              <p:cNvPr id="21" name="Text4" descr="c438615e-ea8a-4a90-b4f8-427f41389d33"/>
              <p:cNvSpPr txBox="1"/>
              <p:nvPr/>
            </p:nvSpPr>
            <p:spPr>
              <a:xfrm>
                <a:off x="5128309" y="3547462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3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验证IPv6是否通过注册表方式正确禁用。</a:t>
                </a:r>
                <a:endParaRPr lang="en-US" dirty="0"/>
              </a:p>
            </p:txBody>
          </p:sp>
        </p:grpSp>
        <p:grpSp>
          <p:nvGrpSpPr>
            <p:cNvPr id="316" name="组合 315" descr="fcc3e63f-fc6f-4fb6-9774-9e40956172dd"/>
            <p:cNvGrpSpPr/>
            <p:nvPr/>
          </p:nvGrpSpPr>
          <p:grpSpPr>
            <a:xfrm>
              <a:off x="7419448" y="1927226"/>
              <a:ext cx="1964863" cy="1774765"/>
              <a:chOff x="7419448" y="1927226"/>
              <a:chExt cx="1964863" cy="1774765"/>
            </a:xfrm>
          </p:grpSpPr>
          <p:sp>
            <p:nvSpPr>
              <p:cNvPr id="26" name="Bullet5" descr="7dec00cb-399e-4da1-8c5d-f838333fea47"/>
              <p:cNvSpPr txBox="1"/>
              <p:nvPr/>
            </p:nvSpPr>
            <p:spPr>
              <a:xfrm>
                <a:off x="7419448" y="1927226"/>
                <a:ext cx="1964863" cy="555719"/>
              </a:xfrm>
              <a:prstGeom prst="roundRect">
                <a:avLst/>
              </a:prstGeom>
              <a:solidFill>
                <a:schemeClr val="accent2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高危漏洞修复检查</a:t>
                </a:r>
                <a:endParaRPr lang="en-US" dirty="0"/>
              </a:p>
            </p:txBody>
          </p:sp>
          <p:sp>
            <p:nvSpPr>
              <p:cNvPr id="27" name="Text5" descr="31d6b93e-2932-46cf-be18-a570c5f49a6d"/>
              <p:cNvSpPr txBox="1"/>
              <p:nvPr/>
            </p:nvSpPr>
            <p:spPr>
              <a:xfrm>
                <a:off x="7419448" y="2534608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审查最近系统更新，提示核实高危漏洞补丁。</a:t>
                </a:r>
                <a:endParaRPr lang="en-US" dirty="0"/>
              </a:p>
            </p:txBody>
          </p:sp>
        </p:grpSp>
        <p:grpSp>
          <p:nvGrpSpPr>
            <p:cNvPr id="317" name="组合 316" descr="14bf64a8-42c9-4a44-b632-29d28d1f65b4"/>
            <p:cNvGrpSpPr/>
            <p:nvPr/>
          </p:nvGrpSpPr>
          <p:grpSpPr>
            <a:xfrm>
              <a:off x="7419448" y="3952935"/>
              <a:ext cx="1964863" cy="1774765"/>
              <a:chOff x="7419448" y="3952935"/>
              <a:chExt cx="1964863" cy="1774765"/>
            </a:xfrm>
          </p:grpSpPr>
          <p:sp>
            <p:nvSpPr>
              <p:cNvPr id="28" name="Bullet6" descr="777de72a-8fb3-4478-b90b-b5285afa19fc"/>
              <p:cNvSpPr txBox="1"/>
              <p:nvPr/>
            </p:nvSpPr>
            <p:spPr>
              <a:xfrm>
                <a:off x="7419448" y="3952935"/>
                <a:ext cx="1964863" cy="555719"/>
              </a:xfrm>
              <a:prstGeom prst="roundRect">
                <a:avLst/>
              </a:prstGeom>
              <a:solidFill>
                <a:schemeClr val="accent2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密码策略检查</a:t>
                </a:r>
                <a:endParaRPr lang="en-US" dirty="0"/>
              </a:p>
            </p:txBody>
          </p:sp>
          <p:sp>
            <p:nvSpPr>
              <p:cNvPr id="29" name="Text6" descr="5e73f7ca-78d0-4ee9-8950-3631fe104113"/>
              <p:cNvSpPr txBox="1"/>
              <p:nvPr/>
            </p:nvSpPr>
            <p:spPr>
              <a:xfrm>
                <a:off x="7419448" y="4560317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验证密码策略合规性，检查密码有效期限设置。</a:t>
                </a:r>
                <a:endParaRPr lang="en-US" dirty="0"/>
              </a:p>
            </p:txBody>
          </p:sp>
        </p:grpSp>
        <p:grpSp>
          <p:nvGrpSpPr>
            <p:cNvPr id="318" name="组合 317" descr="5eaa1b1f-3bfd-4cf8-9870-d1d2d9309a5b"/>
            <p:cNvGrpSpPr/>
            <p:nvPr/>
          </p:nvGrpSpPr>
          <p:grpSpPr>
            <a:xfrm>
              <a:off x="9554037" y="2940081"/>
              <a:ext cx="1964863" cy="1774764"/>
              <a:chOff x="9554037" y="2940081"/>
              <a:chExt cx="1964863" cy="1774764"/>
            </a:xfrm>
          </p:grpSpPr>
          <p:sp>
            <p:nvSpPr>
              <p:cNvPr id="30" name="Bullet7" descr="011fe1e8-53d2-4cc8-8b2a-139fc7ee19fb"/>
              <p:cNvSpPr txBox="1"/>
              <p:nvPr/>
            </p:nvSpPr>
            <p:spPr>
              <a:xfrm>
                <a:off x="9554037" y="2940081"/>
                <a:ext cx="1964863" cy="555719"/>
              </a:xfrm>
              <a:prstGeom prst="roundRect">
                <a:avLst/>
              </a:prstGeom>
              <a:solidFill>
                <a:schemeClr val="accent2"/>
              </a:solidFill>
            </p:spPr>
            <p:txBody>
              <a:bodyPr wrap="square" lIns="91440" tIns="45720" rIns="91440" bIns="45720" rtlCol="0" anchor="ctr" anchorCtr="1">
                <a:normAutofit fontScale="92500"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</a:rPr>
                  <a:t>Guest用户状态检查</a:t>
                </a:r>
                <a:endParaRPr lang="en-US" dirty="0"/>
              </a:p>
            </p:txBody>
          </p:sp>
          <p:sp>
            <p:nvSpPr>
              <p:cNvPr id="31" name="Text7" descr="3efbcf7a-a969-419b-bf35-98ad42e23b3c"/>
              <p:cNvSpPr txBox="1"/>
              <p:nvPr/>
            </p:nvSpPr>
            <p:spPr>
              <a:xfrm>
                <a:off x="9554037" y="3547462"/>
                <a:ext cx="1964863" cy="1167383"/>
              </a:xfrm>
              <a:prstGeom prst="roundRect">
                <a:avLst>
                  <a:gd name="adj" fmla="val 5440"/>
                </a:avLst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lIns="91440" tIns="45720" rIns="91440" bIns="45720" rtlCol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确认Guest用户是否已禁用，避免潜在安全风险。</a:t>
                </a:r>
                <a:endParaRPr lang="en-US" dirty="0"/>
              </a:p>
            </p:txBody>
          </p:sp>
        </p:grpSp>
      </p:grp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使用方法</a:t>
            </a:r>
            <a:endParaRPr lang="en-US" dirty="0"/>
          </a:p>
        </p:txBody>
      </p:sp>
      <p:grpSp>
        <p:nvGrpSpPr>
          <p:cNvPr id="58" name="2bedc7a8-bbe4-4a53-af17-b7ab629cb201.source.4.zh-Hans.pptx" descr="4d8829c2-a29b-465e-9eb8-b23376978e2c"/>
          <p:cNvGrpSpPr/>
          <p:nvPr/>
        </p:nvGrpSpPr>
        <p:grpSpPr>
          <a:xfrm>
            <a:off x="660400" y="1384300"/>
            <a:ext cx="10858500" cy="3810000"/>
            <a:chOff x="660400" y="1384300"/>
            <a:chExt cx="10858500" cy="3810000"/>
          </a:xfrm>
        </p:grpSpPr>
        <p:cxnSp>
          <p:nvCxnSpPr>
            <p:cNvPr id="48" name="ïṥļîḓê" descr="78329bc1-ebb1-4b33-b643-d3169fc30437"/>
            <p:cNvCxnSpPr/>
            <p:nvPr/>
          </p:nvCxnSpPr>
          <p:spPr>
            <a:xfrm>
              <a:off x="3212306" y="3837846"/>
              <a:ext cx="435769" cy="0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ïṥļîḓê" descr="7f676c8c-cb4d-4276-987a-a264152d6f92"/>
            <p:cNvCxnSpPr/>
            <p:nvPr/>
          </p:nvCxnSpPr>
          <p:spPr>
            <a:xfrm>
              <a:off x="8552405" y="3837846"/>
              <a:ext cx="435769" cy="0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组合 52" descr="20708704-521c-44e1-9142-a29af43ae8aa"/>
            <p:cNvGrpSpPr/>
            <p:nvPr/>
          </p:nvGrpSpPr>
          <p:grpSpPr>
            <a:xfrm>
              <a:off x="930690" y="3276600"/>
              <a:ext cx="2209800" cy="1917700"/>
              <a:chOff x="930690" y="3276600"/>
              <a:chExt cx="2209800" cy="1917700"/>
            </a:xfrm>
          </p:grpSpPr>
          <p:sp>
            <p:nvSpPr>
              <p:cNvPr id="38" name="Bullet1" descr="5455e570-7664-451c-ba75-404bbd398b27"/>
              <p:cNvSpPr txBox="1"/>
              <p:nvPr/>
            </p:nvSpPr>
            <p:spPr>
              <a:xfrm>
                <a:off x="930690" y="3276600"/>
                <a:ext cx="2209800" cy="526206"/>
              </a:xfrm>
              <a:prstGeom prst="rect">
                <a:avLst/>
              </a:prstGeom>
              <a:noFill/>
            </p:spPr>
            <p:txBody>
              <a:bodyPr wrap="square" rtlCol="0" anchor="b" anchorCtr="1">
                <a:normAutofit/>
              </a:bodyPr>
              <a:lstStyle/>
              <a:p>
                <a:pPr algn="ctr"/>
                <a:r>
                  <a:rPr lang="zh-CN" altLang="en-US" b="1" dirty="0"/>
                  <a:t>运行程序</a:t>
                </a:r>
                <a:endParaRPr lang="en-US" dirty="0"/>
              </a:p>
            </p:txBody>
          </p:sp>
          <p:sp>
            <p:nvSpPr>
              <p:cNvPr id="39" name="Text1" descr="d14098fc-57c8-4aca-b78a-424fc9d6ae75"/>
              <p:cNvSpPr txBox="1"/>
              <p:nvPr/>
            </p:nvSpPr>
            <p:spPr>
              <a:xfrm>
                <a:off x="930690" y="3802806"/>
                <a:ext cx="2209800" cy="1391494"/>
              </a:xfrm>
              <a:prstGeom prst="rect">
                <a:avLst/>
              </a:prstGeom>
              <a:noFill/>
            </p:spPr>
            <p:txBody>
              <a:bodyPr wrap="square" rtlCol="0" anchor="t" anchorCtr="1">
                <a:normAutofit/>
              </a:bodyPr>
              <a:lstStyle>
                <a:defPPr>
                  <a:defRPr lang="zh-CN"/>
                </a:defPPr>
                <a:lvl1pPr algn="ctr">
                  <a:lnSpc>
                    <a:spcPct val="150000"/>
                  </a:lnSpc>
                  <a:defRPr sz="1000"/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双击SecurityCheck_v5.exe文件启动，自动执行安全检查。</a:t>
                </a:r>
                <a:endParaRPr lang="en-US" dirty="0"/>
              </a:p>
            </p:txBody>
          </p:sp>
        </p:grpSp>
        <p:grpSp>
          <p:nvGrpSpPr>
            <p:cNvPr id="54" name="组合 53" descr="6f53f9ad-14a8-407b-9600-cc515c03e0ec"/>
            <p:cNvGrpSpPr/>
            <p:nvPr/>
          </p:nvGrpSpPr>
          <p:grpSpPr>
            <a:xfrm>
              <a:off x="3713705" y="3276600"/>
              <a:ext cx="2209800" cy="1917700"/>
              <a:chOff x="3713705" y="3276600"/>
              <a:chExt cx="2209800" cy="1917700"/>
            </a:xfrm>
          </p:grpSpPr>
          <p:sp>
            <p:nvSpPr>
              <p:cNvPr id="31" name="Bullet2" descr="44b2c141-08bf-4eca-ab25-0df47dffa6e5"/>
              <p:cNvSpPr txBox="1"/>
              <p:nvPr/>
            </p:nvSpPr>
            <p:spPr>
              <a:xfrm>
                <a:off x="3713705" y="3276600"/>
                <a:ext cx="2209800" cy="526206"/>
              </a:xfrm>
              <a:prstGeom prst="rect">
                <a:avLst/>
              </a:prstGeom>
              <a:noFill/>
            </p:spPr>
            <p:txBody>
              <a:bodyPr wrap="square" rtlCol="0" anchor="b" anchorCtr="1">
                <a:normAutofit/>
              </a:bodyPr>
              <a:lstStyle/>
              <a:p>
                <a:pPr algn="ctr"/>
                <a:r>
                  <a:rPr lang="zh-CN" altLang="en-US" b="1" dirty="0"/>
                  <a:t>查看结果</a:t>
                </a:r>
                <a:endParaRPr lang="en-US" dirty="0"/>
              </a:p>
            </p:txBody>
          </p:sp>
          <p:sp>
            <p:nvSpPr>
              <p:cNvPr id="32" name="Text2" descr="c7650aa6-cdf0-4f51-99a5-9dc54e3c951a"/>
              <p:cNvSpPr txBox="1"/>
              <p:nvPr/>
            </p:nvSpPr>
            <p:spPr>
              <a:xfrm>
                <a:off x="3713705" y="3802806"/>
                <a:ext cx="2209800" cy="1391494"/>
              </a:xfrm>
              <a:prstGeom prst="rect">
                <a:avLst/>
              </a:prstGeom>
              <a:noFill/>
            </p:spPr>
            <p:txBody>
              <a:bodyPr wrap="square" rtlCol="0" anchor="t" anchorCtr="1">
                <a:normAutofit/>
              </a:bodyPr>
              <a:lstStyle>
                <a:defPPr>
                  <a:defRPr lang="zh-CN"/>
                </a:defPPr>
                <a:lvl1pPr algn="ctr">
                  <a:lnSpc>
                    <a:spcPct val="150000"/>
                  </a:lnSpc>
                  <a:defRPr sz="1000"/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检查完成后生成报告，包含合规项、不合规项及修复建议。</a:t>
                </a:r>
                <a:endParaRPr lang="en-US" dirty="0"/>
              </a:p>
            </p:txBody>
          </p:sp>
        </p:grpSp>
        <p:grpSp>
          <p:nvGrpSpPr>
            <p:cNvPr id="56" name="组合 55" descr="9ed3a73a-1cad-4f88-a9df-7880e3af843c"/>
            <p:cNvGrpSpPr/>
            <p:nvPr/>
          </p:nvGrpSpPr>
          <p:grpSpPr>
            <a:xfrm>
              <a:off x="6266405" y="3276600"/>
              <a:ext cx="2209800" cy="1917700"/>
              <a:chOff x="6266405" y="3276600"/>
              <a:chExt cx="2209800" cy="1917700"/>
            </a:xfrm>
          </p:grpSpPr>
          <p:sp>
            <p:nvSpPr>
              <p:cNvPr id="40" name="Bullet3" descr="17603c98-97f4-4bcc-98e9-e9802b666297"/>
              <p:cNvSpPr txBox="1"/>
              <p:nvPr/>
            </p:nvSpPr>
            <p:spPr>
              <a:xfrm>
                <a:off x="6266405" y="3276600"/>
                <a:ext cx="2209800" cy="526206"/>
              </a:xfrm>
              <a:prstGeom prst="rect">
                <a:avLst/>
              </a:prstGeom>
              <a:noFill/>
            </p:spPr>
            <p:txBody>
              <a:bodyPr wrap="square" rtlCol="0" anchor="b" anchorCtr="1">
                <a:normAutofit/>
              </a:bodyPr>
              <a:lstStyle/>
              <a:p>
                <a:pPr algn="ctr"/>
                <a:r>
                  <a:rPr lang="zh-CN" altLang="en-US" b="1" dirty="0"/>
                  <a:t>退出程序</a:t>
                </a:r>
                <a:endParaRPr lang="en-US" dirty="0"/>
              </a:p>
            </p:txBody>
          </p:sp>
          <p:sp>
            <p:nvSpPr>
              <p:cNvPr id="41" name="Text3" descr="40145af9-763a-47cb-8cb1-df0bdbe8b84a"/>
              <p:cNvSpPr txBox="1"/>
              <p:nvPr/>
            </p:nvSpPr>
            <p:spPr>
              <a:xfrm>
                <a:off x="6266405" y="3802806"/>
                <a:ext cx="2209800" cy="1391494"/>
              </a:xfrm>
              <a:prstGeom prst="rect">
                <a:avLst/>
              </a:prstGeom>
              <a:noFill/>
            </p:spPr>
            <p:txBody>
              <a:bodyPr wrap="square" rtlCol="0" anchor="t" anchorCtr="1">
                <a:normAutofit/>
              </a:bodyPr>
              <a:lstStyle>
                <a:defPPr>
                  <a:defRPr lang="zh-CN"/>
                </a:defPPr>
                <a:lvl1pPr algn="ctr">
                  <a:lnSpc>
                    <a:spcPct val="150000"/>
                  </a:lnSpc>
                  <a:defRPr sz="1000"/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检查结束后按回车键退出程序，结束检查流程。</a:t>
                </a:r>
                <a:endParaRPr lang="en-US" dirty="0"/>
              </a:p>
            </p:txBody>
          </p:sp>
        </p:grpSp>
        <p:grpSp>
          <p:nvGrpSpPr>
            <p:cNvPr id="55" name="组合 54" descr="7f0c2e76-d6e3-4909-be24-b1f574e670ae"/>
            <p:cNvGrpSpPr/>
            <p:nvPr/>
          </p:nvGrpSpPr>
          <p:grpSpPr>
            <a:xfrm>
              <a:off x="9067800" y="3276600"/>
              <a:ext cx="2209800" cy="1917700"/>
              <a:chOff x="9067800" y="3276600"/>
              <a:chExt cx="2209800" cy="1917700"/>
            </a:xfrm>
          </p:grpSpPr>
          <p:sp>
            <p:nvSpPr>
              <p:cNvPr id="29" name="Bullet4" descr="e7656732-72f2-496f-836a-c12192e2f8b9"/>
              <p:cNvSpPr txBox="1"/>
              <p:nvPr/>
            </p:nvSpPr>
            <p:spPr>
              <a:xfrm>
                <a:off x="9067800" y="3276600"/>
                <a:ext cx="2209800" cy="526206"/>
              </a:xfrm>
              <a:prstGeom prst="rect">
                <a:avLst/>
              </a:prstGeom>
              <a:noFill/>
            </p:spPr>
            <p:txBody>
              <a:bodyPr wrap="square" rtlCol="0" anchor="b" anchorCtr="1">
                <a:normAutofit/>
              </a:bodyPr>
              <a:lstStyle/>
              <a:p>
                <a:pPr algn="ctr"/>
                <a:r>
                  <a:rPr lang="zh-CN" altLang="en-US" b="1" dirty="0"/>
                  <a:t>结果解读</a:t>
                </a:r>
                <a:endParaRPr lang="en-US" dirty="0"/>
              </a:p>
            </p:txBody>
          </p:sp>
          <p:sp>
            <p:nvSpPr>
              <p:cNvPr id="30" name="Text4" descr="7c06378a-de83-47eb-a2d3-f00fae9667a4"/>
              <p:cNvSpPr txBox="1"/>
              <p:nvPr/>
            </p:nvSpPr>
            <p:spPr>
              <a:xfrm>
                <a:off x="9067800" y="3802806"/>
                <a:ext cx="2209800" cy="1391494"/>
              </a:xfrm>
              <a:prstGeom prst="rect">
                <a:avLst/>
              </a:prstGeom>
              <a:noFill/>
            </p:spPr>
            <p:txBody>
              <a:bodyPr wrap="square" rtlCol="0" anchor="t" anchorCtr="1">
                <a:normAutofit/>
              </a:bodyPr>
              <a:lstStyle>
                <a:defPPr>
                  <a:defRPr lang="zh-CN"/>
                </a:defPPr>
                <a:lvl1pPr algn="ctr">
                  <a:lnSpc>
                    <a:spcPct val="150000"/>
                  </a:lnSpc>
                  <a:defRPr sz="1000"/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根据报告中的建议，手动调整系统配置以提高安全性。</a:t>
                </a:r>
                <a:endParaRPr lang="en-US" dirty="0"/>
              </a:p>
            </p:txBody>
          </p:sp>
        </p:grpSp>
        <p:sp>
          <p:nvSpPr>
            <p:cNvPr id="21" name="Title" descr="0dc19a82-1074-449b-b704-7eda5ccff660"/>
            <p:cNvSpPr txBox="1"/>
            <p:nvPr/>
          </p:nvSpPr>
          <p:spPr>
            <a:xfrm>
              <a:off x="660400" y="1384300"/>
              <a:ext cx="10858500" cy="743714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/>
                <a:t>学习工具的正确操作流程</a:t>
              </a:r>
              <a:endParaRPr lang="en-US" dirty="0"/>
            </a:p>
          </p:txBody>
        </p:sp>
      </p:grp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脚本更新与重新打包</a:t>
            </a:r>
            <a:endParaRPr lang="en-US" dirty="0"/>
          </a:p>
        </p:txBody>
      </p:sp>
      <p:grpSp>
        <p:nvGrpSpPr>
          <p:cNvPr id="6" name="10c4dd74-1cf7-497d-bdc9-969b28dab03d.source.4.zh-Hans.pptx" descr="526b4502-fdad-47ae-a312-916e82cadc23"/>
          <p:cNvGrpSpPr/>
          <p:nvPr/>
        </p:nvGrpSpPr>
        <p:grpSpPr>
          <a:xfrm>
            <a:off x="660400" y="1123950"/>
            <a:ext cx="10858500" cy="4689016"/>
            <a:chOff x="660400" y="1123950"/>
            <a:chExt cx="10858500" cy="4689016"/>
          </a:xfrm>
        </p:grpSpPr>
        <p:sp>
          <p:nvSpPr>
            <p:cNvPr id="3" name="Title" descr="89c0f663-a484-4b9f-9972-4003e221008b"/>
            <p:cNvSpPr/>
            <p:nvPr/>
          </p:nvSpPr>
          <p:spPr>
            <a:xfrm>
              <a:off x="660400" y="1123950"/>
              <a:ext cx="10858500" cy="11112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ctr"/>
              <a:r>
                <a:rPr lang="zh-CN" altLang="en-US" sz="2400" b="1" dirty="0">
                  <a:cs typeface="+mn-ea"/>
                  <a:sym typeface="+mn-lt"/>
                </a:rPr>
                <a:t>掌握脚本修改与打包方法</a:t>
              </a:r>
              <a:endParaRPr lang="en-US" dirty="0"/>
            </a:p>
          </p:txBody>
        </p:sp>
        <p:cxnSp>
          <p:nvCxnSpPr>
            <p:cNvPr id="9" name="ïṩliḋe" descr="1359c71d-2846-40a9-974e-03c60813fbb6"/>
            <p:cNvCxnSpPr/>
            <p:nvPr/>
          </p:nvCxnSpPr>
          <p:spPr>
            <a:xfrm>
              <a:off x="673100" y="5016500"/>
              <a:ext cx="10845800" cy="0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组合 3" descr="3a4f70dd-6880-4ed0-8440-71aa402286d8"/>
            <p:cNvGrpSpPr/>
            <p:nvPr/>
          </p:nvGrpSpPr>
          <p:grpSpPr>
            <a:xfrm>
              <a:off x="660400" y="2732025"/>
              <a:ext cx="2613645" cy="3080941"/>
              <a:chOff x="660400" y="2732025"/>
              <a:chExt cx="2613645" cy="3080941"/>
            </a:xfrm>
          </p:grpSpPr>
          <p:sp>
            <p:nvSpPr>
              <p:cNvPr id="48" name="Bullet1" descr="7261d2ec-7750-4d7c-b66e-133e308c9800"/>
              <p:cNvSpPr/>
              <p:nvPr/>
            </p:nvSpPr>
            <p:spPr>
              <a:xfrm>
                <a:off x="660401" y="2732025"/>
                <a:ext cx="2613642" cy="752238"/>
              </a:xfrm>
              <a:prstGeom prst="rect">
                <a:avLst/>
              </a:prstGeom>
            </p:spPr>
            <p:txBody>
              <a:bodyPr wrap="square" lIns="0" tIns="0" rIns="0" bIns="0" anchor="b" anchorCtr="1">
                <a:normAutofit/>
              </a:bodyPr>
              <a:lstStyle/>
              <a:p>
                <a:pPr algn="ctr"/>
                <a:r>
                  <a:rPr lang="zh-CN" altLang="en-US" b="1" dirty="0">
                    <a:effectLst/>
                    <a:cs typeface="+mn-ea"/>
                    <a:sym typeface="+mn-lt"/>
                  </a:rPr>
                  <a:t>编码修复</a:t>
                </a:r>
                <a:endParaRPr lang="en-US" dirty="0"/>
              </a:p>
            </p:txBody>
          </p:sp>
          <p:sp>
            <p:nvSpPr>
              <p:cNvPr id="49" name="Text1" descr="8ccd2f5d-7197-4b9e-bc16-3d2f21fad132"/>
              <p:cNvSpPr/>
              <p:nvPr/>
            </p:nvSpPr>
            <p:spPr>
              <a:xfrm>
                <a:off x="660400" y="3484261"/>
                <a:ext cx="2613645" cy="2328705"/>
              </a:xfrm>
              <a:prstGeom prst="rect">
                <a:avLst/>
              </a:prstGeom>
            </p:spPr>
            <p:txBody>
              <a:bodyPr wrap="square" lIns="0" tIns="0" rIns="0" bIns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cs typeface="+mn-ea"/>
                    <a:sym typeface="+mn-lt"/>
                  </a:rPr>
                  <a:t>使用PowerShell命令修复脚本编码问题，确保脚本正常运行。</a:t>
                </a:r>
                <a:endParaRPr lang="en-US" dirty="0"/>
              </a:p>
            </p:txBody>
          </p:sp>
        </p:grpSp>
        <p:grpSp>
          <p:nvGrpSpPr>
            <p:cNvPr id="10" name="组合 9" descr="1c123675-4162-40a5-b45b-002f760990f4"/>
            <p:cNvGrpSpPr/>
            <p:nvPr/>
          </p:nvGrpSpPr>
          <p:grpSpPr>
            <a:xfrm>
              <a:off x="3408685" y="2732025"/>
              <a:ext cx="2613645" cy="3080941"/>
              <a:chOff x="3408685" y="2732025"/>
              <a:chExt cx="2613645" cy="3080941"/>
            </a:xfrm>
          </p:grpSpPr>
          <p:sp>
            <p:nvSpPr>
              <p:cNvPr id="36" name="Bullet2" descr="87dd7a5c-9f4b-479e-a558-247c59ce20b4"/>
              <p:cNvSpPr/>
              <p:nvPr/>
            </p:nvSpPr>
            <p:spPr>
              <a:xfrm>
                <a:off x="3408686" y="2732025"/>
                <a:ext cx="2613642" cy="752238"/>
              </a:xfrm>
              <a:prstGeom prst="rect">
                <a:avLst/>
              </a:prstGeom>
            </p:spPr>
            <p:txBody>
              <a:bodyPr wrap="square" lIns="0" tIns="0" rIns="0" bIns="0" anchor="b" anchorCtr="1">
                <a:normAutofit/>
              </a:bodyPr>
              <a:lstStyle/>
              <a:p>
                <a:pPr algn="ctr"/>
                <a:r>
                  <a:rPr lang="zh-CN" altLang="en-US" b="1" dirty="0">
                    <a:effectLst/>
                    <a:cs typeface="+mn-ea"/>
                    <a:sym typeface="+mn-lt"/>
                  </a:rPr>
                  <a:t>测试运行脚本</a:t>
                </a:r>
                <a:endParaRPr lang="en-US" dirty="0"/>
              </a:p>
            </p:txBody>
          </p:sp>
          <p:sp>
            <p:nvSpPr>
              <p:cNvPr id="37" name="Text2" descr="917091d2-61f5-4204-9199-d5991dff208f"/>
              <p:cNvSpPr/>
              <p:nvPr/>
            </p:nvSpPr>
            <p:spPr>
              <a:xfrm>
                <a:off x="3408685" y="3484261"/>
                <a:ext cx="2613645" cy="2328705"/>
              </a:xfrm>
              <a:prstGeom prst="rect">
                <a:avLst/>
              </a:prstGeom>
            </p:spPr>
            <p:txBody>
              <a:bodyPr wrap="square" lIns="0" tIns="0" rIns="0" bIns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cs typeface="+mn-ea"/>
                    <a:sym typeface="+mn-lt"/>
                  </a:rPr>
                  <a:t>在PowerShell中指定编码运行脚本，检查脚本功能是否正常。</a:t>
                </a:r>
                <a:endParaRPr lang="en-US" dirty="0"/>
              </a:p>
            </p:txBody>
          </p:sp>
        </p:grpSp>
        <p:grpSp>
          <p:nvGrpSpPr>
            <p:cNvPr id="17" name="组合 16" descr="0830b4e2-ca82-4164-81d5-d140a45ead3e"/>
            <p:cNvGrpSpPr/>
            <p:nvPr/>
          </p:nvGrpSpPr>
          <p:grpSpPr>
            <a:xfrm>
              <a:off x="6156970" y="2732025"/>
              <a:ext cx="2613645" cy="3080941"/>
              <a:chOff x="6156970" y="2732025"/>
              <a:chExt cx="2613645" cy="3080941"/>
            </a:xfrm>
          </p:grpSpPr>
          <p:sp>
            <p:nvSpPr>
              <p:cNvPr id="27" name="Bullet3" descr="5878016e-5a5a-4f34-85e3-2eb843e7bd39"/>
              <p:cNvSpPr/>
              <p:nvPr/>
            </p:nvSpPr>
            <p:spPr>
              <a:xfrm>
                <a:off x="6156970" y="2732025"/>
                <a:ext cx="2613642" cy="752238"/>
              </a:xfrm>
              <a:prstGeom prst="rect">
                <a:avLst/>
              </a:prstGeom>
            </p:spPr>
            <p:txBody>
              <a:bodyPr wrap="square" lIns="0" tIns="0" rIns="0" bIns="0" anchor="b" anchorCtr="1">
                <a:normAutofit/>
              </a:bodyPr>
              <a:lstStyle/>
              <a:p>
                <a:pPr algn="ctr"/>
                <a:r>
                  <a:rPr lang="zh-CN" altLang="en-US" b="1" dirty="0">
                    <a:effectLst/>
                    <a:cs typeface="+mn-ea"/>
                    <a:sym typeface="+mn-lt"/>
                  </a:rPr>
                  <a:t>打包为可执行文件</a:t>
                </a:r>
                <a:endParaRPr lang="en-US" dirty="0"/>
              </a:p>
            </p:txBody>
          </p:sp>
          <p:sp>
            <p:nvSpPr>
              <p:cNvPr id="28" name="Text3" descr="05ae26f1-4e81-411d-9472-3f7007725e2a"/>
              <p:cNvSpPr/>
              <p:nvPr/>
            </p:nvSpPr>
            <p:spPr>
              <a:xfrm>
                <a:off x="6156970" y="3484261"/>
                <a:ext cx="2613645" cy="2328705"/>
              </a:xfrm>
              <a:prstGeom prst="rect">
                <a:avLst/>
              </a:prstGeom>
            </p:spPr>
            <p:txBody>
              <a:bodyPr wrap="square" lIns="0" tIns="0" rIns="0" bIns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cs typeface="+mn-ea"/>
                    <a:sym typeface="+mn-lt"/>
                  </a:rPr>
                  <a:t>进入指定目录，运行打包脚本生成exe文件。</a:t>
                </a:r>
                <a:endParaRPr lang="en-US" dirty="0"/>
              </a:p>
            </p:txBody>
          </p:sp>
        </p:grpSp>
        <p:grpSp>
          <p:nvGrpSpPr>
            <p:cNvPr id="18" name="组合 17" descr="b19e986e-19b6-4d2f-9134-a777e940d039"/>
            <p:cNvGrpSpPr/>
            <p:nvPr/>
          </p:nvGrpSpPr>
          <p:grpSpPr>
            <a:xfrm>
              <a:off x="8905255" y="2732025"/>
              <a:ext cx="2613645" cy="3080941"/>
              <a:chOff x="8905255" y="2732025"/>
              <a:chExt cx="2613645" cy="3080941"/>
            </a:xfrm>
          </p:grpSpPr>
          <p:sp>
            <p:nvSpPr>
              <p:cNvPr id="15" name="Bullet4" descr="5772f954-499a-423c-ab57-be113c43171f"/>
              <p:cNvSpPr/>
              <p:nvPr/>
            </p:nvSpPr>
            <p:spPr>
              <a:xfrm>
                <a:off x="8905256" y="2732025"/>
                <a:ext cx="2613642" cy="752238"/>
              </a:xfrm>
              <a:prstGeom prst="rect">
                <a:avLst/>
              </a:prstGeom>
            </p:spPr>
            <p:txBody>
              <a:bodyPr wrap="square" lIns="0" tIns="0" rIns="0" bIns="0" anchor="b" anchorCtr="1">
                <a:normAutofit/>
              </a:bodyPr>
              <a:lstStyle/>
              <a:p>
                <a:pPr algn="ctr"/>
                <a:r>
                  <a:rPr lang="zh-CN" altLang="en-US" b="1" dirty="0">
                    <a:effectLst/>
                    <a:cs typeface="+mn-ea"/>
                    <a:sym typeface="+mn-lt"/>
                  </a:rPr>
                  <a:t>打包命令</a:t>
                </a:r>
                <a:endParaRPr lang="en-US" dirty="0"/>
              </a:p>
            </p:txBody>
          </p:sp>
          <p:sp>
            <p:nvSpPr>
              <p:cNvPr id="16" name="Text4" descr="a1acd1b9-4473-4ab6-9c2f-4dda33c58a72"/>
              <p:cNvSpPr/>
              <p:nvPr/>
            </p:nvSpPr>
            <p:spPr>
              <a:xfrm>
                <a:off x="8905255" y="3484261"/>
                <a:ext cx="2613645" cy="2328705"/>
              </a:xfrm>
              <a:prstGeom prst="rect">
                <a:avLst/>
              </a:prstGeom>
            </p:spPr>
            <p:txBody>
              <a:bodyPr wrap="square" lIns="0" tIns="0" rIns="0" bIns="0" anchor="t" anchorCtr="1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r>
                  <a:rPr lang="zh-CN" altLang="en-US" sz="1200" dirty="0">
                    <a:cs typeface="+mn-ea"/>
                    <a:sym typeface="+mn-lt"/>
                  </a:rPr>
                  <a:t>使用“cd C:\Path\To\BaseLineCheck”和“powershell -ExecutionPolicy ByPass -File “.\build.ps1””命令完成打包。</a:t>
                </a:r>
                <a:endParaRPr lang="en-US" dirty="0"/>
              </a:p>
            </p:txBody>
          </p:sp>
        </p:grpSp>
      </p:grp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abcb02ba-3424-4405-bb18-38f6e4d744f7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checkline_requirePython.exe</a:t>
            </a:r>
            <a:endParaRPr lang="en-US" dirty="0"/>
          </a:p>
        </p:txBody>
      </p:sp>
      <p:sp>
        <p:nvSpPr>
          <p:cNvPr id="3" name="文本占位符 2" descr="daacffd2-d541-4476-933d-39df501c0d50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r>
              <a:rPr lang="zh-CN" altLang="en-US" dirty="0"/>
              <a:t>了解该工具的功能与使用方法</a:t>
            </a:r>
            <a:endParaRPr lang="en-US" dirty="0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主要功能</a:t>
            </a:r>
            <a:endParaRPr lang="en-US" dirty="0"/>
          </a:p>
        </p:txBody>
      </p:sp>
      <p:grpSp>
        <p:nvGrpSpPr>
          <p:cNvPr id="25" name="dc757227-04b2-4b08-b769-7e2fe8ee9967.source.4.zh-Hans.pptx" descr="bdb7eb3e-6d80-4fda-bbf9-90221f3eba26"/>
          <p:cNvGrpSpPr/>
          <p:nvPr/>
        </p:nvGrpSpPr>
        <p:grpSpPr>
          <a:xfrm>
            <a:off x="673098" y="1130300"/>
            <a:ext cx="10847390" cy="4905647"/>
            <a:chOff x="673098" y="1130300"/>
            <a:chExt cx="10847390" cy="4905647"/>
          </a:xfrm>
        </p:grpSpPr>
        <p:grpSp>
          <p:nvGrpSpPr>
            <p:cNvPr id="20" name="组合 19" descr="8c4a38c4-6339-4df2-a77c-407563545070"/>
            <p:cNvGrpSpPr/>
            <p:nvPr/>
          </p:nvGrpSpPr>
          <p:grpSpPr>
            <a:xfrm>
              <a:off x="673100" y="2161584"/>
              <a:ext cx="10847388" cy="890588"/>
              <a:chOff x="673100" y="2161584"/>
              <a:chExt cx="10847388" cy="890588"/>
            </a:xfrm>
          </p:grpSpPr>
          <p:sp>
            <p:nvSpPr>
              <p:cNvPr id="4" name="Text1" descr="adbc86f1-93b6-4e73-9cbb-5ef3e781581f"/>
              <p:cNvSpPr/>
              <p:nvPr/>
            </p:nvSpPr>
            <p:spPr bwMode="auto">
              <a:xfrm>
                <a:off x="3785511" y="2185991"/>
                <a:ext cx="7734977" cy="841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Bef>
                    <a:spcPct val="0"/>
                  </a:spcBef>
                  <a:buFont typeface="Arial" panose="020B0604020202090204" pitchFamily="34" charset="0"/>
                  <a:buChar char="•"/>
                </a:pPr>
                <a:r>
                  <a:rPr lang="zh-CN" altLang="en-US" sz="1200" dirty="0"/>
                  <a:t>功能基本相同，但在部分系统依赖方面存在差异。</a:t>
                </a:r>
                <a:endParaRPr lang="en-US" dirty="0"/>
              </a:p>
            </p:txBody>
          </p:sp>
          <p:sp>
            <p:nvSpPr>
              <p:cNvPr id="5" name="Bullet1" descr="f0fe6e40-48c5-4969-8786-90dab07968a9"/>
              <p:cNvSpPr/>
              <p:nvPr/>
            </p:nvSpPr>
            <p:spPr bwMode="auto">
              <a:xfrm>
                <a:off x="673100" y="2161584"/>
                <a:ext cx="3030538" cy="890588"/>
              </a:xfrm>
              <a:prstGeom prst="homePlate">
                <a:avLst/>
              </a:prstGeom>
              <a:noFill/>
              <a:ln w="38100" cap="flat">
                <a:solidFill>
                  <a:schemeClr val="tx2">
                    <a:alpha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1pPr>
                <a:lvl2pPr marL="1714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2pPr>
                <a:lvl3pPr marL="3429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3pPr>
                <a:lvl4pPr marL="5143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4pPr>
                <a:lvl5pPr marL="6858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5pPr>
                <a:lvl6pPr marL="8572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6pPr>
                <a:lvl7pPr marL="10287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7pPr>
                <a:lvl8pPr marL="12001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8pPr>
                <a:lvl9pPr marL="13716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9pPr>
              </a:lstStyle>
              <a:p>
                <a:pPr algn="l"/>
                <a:r>
                  <a:rPr lang="zh-CN" altLang="en-US" sz="1800" b="1" dirty="0">
                    <a:solidFill>
                      <a:schemeClr val="tx1"/>
                    </a:solidFill>
                  </a:rPr>
                  <a:t>与SecurityCheck_v5.exe功能对比</a:t>
                </a:r>
                <a:endParaRPr lang="en-US" dirty="0"/>
              </a:p>
            </p:txBody>
          </p:sp>
          <p:sp>
            <p:nvSpPr>
              <p:cNvPr id="6" name="Icon1" descr="b9082cf4-daf7-401c-bf89-64ab58c0ecc0"/>
              <p:cNvSpPr/>
              <p:nvPr/>
            </p:nvSpPr>
            <p:spPr bwMode="auto">
              <a:xfrm>
                <a:off x="2774987" y="2367256"/>
                <a:ext cx="498162" cy="479244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grpSp>
          <p:nvGrpSpPr>
            <p:cNvPr id="22" name="组合 21" descr="efedfca8-380a-44d5-be96-e63ab7521d9b"/>
            <p:cNvGrpSpPr/>
            <p:nvPr/>
          </p:nvGrpSpPr>
          <p:grpSpPr>
            <a:xfrm>
              <a:off x="673099" y="3150826"/>
              <a:ext cx="10847389" cy="890588"/>
              <a:chOff x="673099" y="3150826"/>
              <a:chExt cx="10847389" cy="890588"/>
            </a:xfrm>
          </p:grpSpPr>
          <p:sp>
            <p:nvSpPr>
              <p:cNvPr id="7" name="Bullet2" descr="c2490286-ba14-4029-b0d6-0d63f408126e"/>
              <p:cNvSpPr/>
              <p:nvPr/>
            </p:nvSpPr>
            <p:spPr bwMode="auto">
              <a:xfrm rot="10800000" flipH="1" flipV="1">
                <a:off x="673099" y="3150826"/>
                <a:ext cx="4615393" cy="890588"/>
              </a:xfrm>
              <a:prstGeom prst="homePlate">
                <a:avLst/>
              </a:prstGeom>
              <a:noFill/>
              <a:ln w="38100" cap="flat">
                <a:solidFill>
                  <a:schemeClr val="tx2">
                    <a:alpha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1pPr>
                <a:lvl2pPr marL="1714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2pPr>
                <a:lvl3pPr marL="3429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3pPr>
                <a:lvl4pPr marL="5143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4pPr>
                <a:lvl5pPr marL="6858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5pPr>
                <a:lvl6pPr marL="8572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6pPr>
                <a:lvl7pPr marL="10287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7pPr>
                <a:lvl8pPr marL="12001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8pPr>
                <a:lvl9pPr marL="13716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9pPr>
              </a:lstStyle>
              <a:p>
                <a:pPr algn="l"/>
                <a:r>
                  <a:rPr lang="zh-CN" altLang="en-US" sz="1800" b="1" dirty="0">
                    <a:solidFill>
                      <a:schemeClr val="tx1"/>
                    </a:solidFill>
                  </a:rPr>
                  <a:t>检测速度优势</a:t>
                </a:r>
                <a:endParaRPr lang="en-US" dirty="0"/>
              </a:p>
            </p:txBody>
          </p:sp>
          <p:sp>
            <p:nvSpPr>
              <p:cNvPr id="8" name="Icon2" descr="172458f0-426f-4796-9514-d080ef5aa8f1"/>
              <p:cNvSpPr/>
              <p:nvPr/>
            </p:nvSpPr>
            <p:spPr bwMode="auto">
              <a:xfrm>
                <a:off x="4387058" y="3347506"/>
                <a:ext cx="498160" cy="497226"/>
              </a:xfrm>
              <a:custGeom>
                <a:avLst/>
                <a:gdLst>
                  <a:gd name="connsiteX0" fmla="*/ 290910 w 605702"/>
                  <a:gd name="connsiteY0" fmla="*/ 156336 h 604568"/>
                  <a:gd name="connsiteX1" fmla="*/ 335849 w 605702"/>
                  <a:gd name="connsiteY1" fmla="*/ 164992 h 604568"/>
                  <a:gd name="connsiteX2" fmla="*/ 288310 w 605702"/>
                  <a:gd name="connsiteY2" fmla="*/ 212456 h 604568"/>
                  <a:gd name="connsiteX3" fmla="*/ 203632 w 605702"/>
                  <a:gd name="connsiteY3" fmla="*/ 244717 h 604568"/>
                  <a:gd name="connsiteX4" fmla="*/ 203632 w 605702"/>
                  <a:gd name="connsiteY4" fmla="*/ 401388 h 604568"/>
                  <a:gd name="connsiteX5" fmla="*/ 360547 w 605702"/>
                  <a:gd name="connsiteY5" fmla="*/ 401388 h 604568"/>
                  <a:gd name="connsiteX6" fmla="*/ 392859 w 605702"/>
                  <a:gd name="connsiteY6" fmla="*/ 316749 h 604568"/>
                  <a:gd name="connsiteX7" fmla="*/ 440397 w 605702"/>
                  <a:gd name="connsiteY7" fmla="*/ 269284 h 604568"/>
                  <a:gd name="connsiteX8" fmla="*/ 400287 w 605702"/>
                  <a:gd name="connsiteY8" fmla="*/ 441065 h 604568"/>
                  <a:gd name="connsiteX9" fmla="*/ 163892 w 605702"/>
                  <a:gd name="connsiteY9" fmla="*/ 441065 h 604568"/>
                  <a:gd name="connsiteX10" fmla="*/ 163892 w 605702"/>
                  <a:gd name="connsiteY10" fmla="*/ 205040 h 604568"/>
                  <a:gd name="connsiteX11" fmla="*/ 290910 w 605702"/>
                  <a:gd name="connsiteY11" fmla="*/ 156336 h 604568"/>
                  <a:gd name="connsiteX12" fmla="*/ 246542 w 605702"/>
                  <a:gd name="connsiteY12" fmla="*/ 43775 h 604568"/>
                  <a:gd name="connsiteX13" fmla="*/ 422196 w 605702"/>
                  <a:gd name="connsiteY13" fmla="*/ 78723 h 604568"/>
                  <a:gd name="connsiteX14" fmla="*/ 376794 w 605702"/>
                  <a:gd name="connsiteY14" fmla="*/ 124054 h 604568"/>
                  <a:gd name="connsiteX15" fmla="*/ 126109 w 605702"/>
                  <a:gd name="connsiteY15" fmla="*/ 167345 h 604568"/>
                  <a:gd name="connsiteX16" fmla="*/ 126109 w 605702"/>
                  <a:gd name="connsiteY16" fmla="*/ 478820 h 604568"/>
                  <a:gd name="connsiteX17" fmla="*/ 438073 w 605702"/>
                  <a:gd name="connsiteY17" fmla="*/ 478820 h 604568"/>
                  <a:gd name="connsiteX18" fmla="*/ 481432 w 605702"/>
                  <a:gd name="connsiteY18" fmla="*/ 228527 h 604568"/>
                  <a:gd name="connsiteX19" fmla="*/ 526741 w 605702"/>
                  <a:gd name="connsiteY19" fmla="*/ 183011 h 604568"/>
                  <a:gd name="connsiteX20" fmla="*/ 481432 w 605702"/>
                  <a:gd name="connsiteY20" fmla="*/ 522111 h 604568"/>
                  <a:gd name="connsiteX21" fmla="*/ 82657 w 605702"/>
                  <a:gd name="connsiteY21" fmla="*/ 522111 h 604568"/>
                  <a:gd name="connsiteX22" fmla="*/ 82657 w 605702"/>
                  <a:gd name="connsiteY22" fmla="*/ 123961 h 604568"/>
                  <a:gd name="connsiteX23" fmla="*/ 246542 w 605702"/>
                  <a:gd name="connsiteY23" fmla="*/ 43775 h 604568"/>
                  <a:gd name="connsiteX24" fmla="*/ 536061 w 605702"/>
                  <a:gd name="connsiteY24" fmla="*/ 0 h 604568"/>
                  <a:gd name="connsiteX25" fmla="*/ 544232 w 605702"/>
                  <a:gd name="connsiteY25" fmla="*/ 61368 h 604568"/>
                  <a:gd name="connsiteX26" fmla="*/ 605702 w 605702"/>
                  <a:gd name="connsiteY26" fmla="*/ 69526 h 604568"/>
                  <a:gd name="connsiteX27" fmla="*/ 524361 w 605702"/>
                  <a:gd name="connsiteY27" fmla="*/ 150732 h 604568"/>
                  <a:gd name="connsiteX28" fmla="*/ 498361 w 605702"/>
                  <a:gd name="connsiteY28" fmla="*/ 147302 h 604568"/>
                  <a:gd name="connsiteX29" fmla="*/ 337721 w 605702"/>
                  <a:gd name="connsiteY29" fmla="*/ 307767 h 604568"/>
                  <a:gd name="connsiteX30" fmla="*/ 339764 w 605702"/>
                  <a:gd name="connsiteY30" fmla="*/ 323063 h 604568"/>
                  <a:gd name="connsiteX31" fmla="*/ 282101 w 605702"/>
                  <a:gd name="connsiteY31" fmla="*/ 380630 h 604568"/>
                  <a:gd name="connsiteX32" fmla="*/ 224437 w 605702"/>
                  <a:gd name="connsiteY32" fmla="*/ 323063 h 604568"/>
                  <a:gd name="connsiteX33" fmla="*/ 282101 w 605702"/>
                  <a:gd name="connsiteY33" fmla="*/ 265495 h 604568"/>
                  <a:gd name="connsiteX34" fmla="*/ 297422 w 605702"/>
                  <a:gd name="connsiteY34" fmla="*/ 267535 h 604568"/>
                  <a:gd name="connsiteX35" fmla="*/ 458155 w 605702"/>
                  <a:gd name="connsiteY35" fmla="*/ 107162 h 604568"/>
                  <a:gd name="connsiteX36" fmla="*/ 454719 w 605702"/>
                  <a:gd name="connsiteY36" fmla="*/ 81206 h 60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5702" h="604568">
                    <a:moveTo>
                      <a:pt x="290910" y="156336"/>
                    </a:moveTo>
                    <a:cubicBezTo>
                      <a:pt x="306137" y="157147"/>
                      <a:pt x="321272" y="160032"/>
                      <a:pt x="335849" y="164992"/>
                    </a:cubicBezTo>
                    <a:lnTo>
                      <a:pt x="288310" y="212456"/>
                    </a:lnTo>
                    <a:cubicBezTo>
                      <a:pt x="257856" y="210695"/>
                      <a:pt x="226844" y="221449"/>
                      <a:pt x="203632" y="244717"/>
                    </a:cubicBezTo>
                    <a:cubicBezTo>
                      <a:pt x="160271" y="287918"/>
                      <a:pt x="160271" y="358187"/>
                      <a:pt x="203632" y="401388"/>
                    </a:cubicBezTo>
                    <a:cubicBezTo>
                      <a:pt x="246900" y="444680"/>
                      <a:pt x="317279" y="444680"/>
                      <a:pt x="360547" y="401388"/>
                    </a:cubicBezTo>
                    <a:cubicBezTo>
                      <a:pt x="383852" y="378211"/>
                      <a:pt x="394623" y="347156"/>
                      <a:pt x="392859" y="316749"/>
                    </a:cubicBezTo>
                    <a:lnTo>
                      <a:pt x="440397" y="269284"/>
                    </a:lnTo>
                    <a:cubicBezTo>
                      <a:pt x="460267" y="327595"/>
                      <a:pt x="446897" y="394620"/>
                      <a:pt x="400287" y="441065"/>
                    </a:cubicBezTo>
                    <a:cubicBezTo>
                      <a:pt x="335106" y="506236"/>
                      <a:pt x="229073" y="506236"/>
                      <a:pt x="163892" y="441065"/>
                    </a:cubicBezTo>
                    <a:cubicBezTo>
                      <a:pt x="98619" y="375987"/>
                      <a:pt x="98619" y="270118"/>
                      <a:pt x="163892" y="205040"/>
                    </a:cubicBezTo>
                    <a:cubicBezTo>
                      <a:pt x="198711" y="170137"/>
                      <a:pt x="245228" y="153902"/>
                      <a:pt x="290910" y="156336"/>
                    </a:cubicBezTo>
                    <a:close/>
                    <a:moveTo>
                      <a:pt x="246542" y="43775"/>
                    </a:moveTo>
                    <a:cubicBezTo>
                      <a:pt x="306463" y="36243"/>
                      <a:pt x="368345" y="47900"/>
                      <a:pt x="422196" y="78723"/>
                    </a:cubicBezTo>
                    <a:lnTo>
                      <a:pt x="376794" y="124054"/>
                    </a:lnTo>
                    <a:cubicBezTo>
                      <a:pt x="294811" y="85305"/>
                      <a:pt x="193980" y="99581"/>
                      <a:pt x="126109" y="167345"/>
                    </a:cubicBezTo>
                    <a:cubicBezTo>
                      <a:pt x="39948" y="253371"/>
                      <a:pt x="39948" y="392793"/>
                      <a:pt x="126109" y="478820"/>
                    </a:cubicBezTo>
                    <a:cubicBezTo>
                      <a:pt x="212271" y="564846"/>
                      <a:pt x="351912" y="564846"/>
                      <a:pt x="438073" y="478820"/>
                    </a:cubicBezTo>
                    <a:cubicBezTo>
                      <a:pt x="505944" y="411055"/>
                      <a:pt x="520428" y="310382"/>
                      <a:pt x="481432" y="228527"/>
                    </a:cubicBezTo>
                    <a:lnTo>
                      <a:pt x="526741" y="183011"/>
                    </a:lnTo>
                    <a:cubicBezTo>
                      <a:pt x="588484" y="290544"/>
                      <a:pt x="573350" y="430244"/>
                      <a:pt x="481432" y="522111"/>
                    </a:cubicBezTo>
                    <a:cubicBezTo>
                      <a:pt x="371316" y="632054"/>
                      <a:pt x="192866" y="632054"/>
                      <a:pt x="82657" y="522111"/>
                    </a:cubicBezTo>
                    <a:cubicBezTo>
                      <a:pt x="-27552" y="412168"/>
                      <a:pt x="-27552" y="233997"/>
                      <a:pt x="82657" y="123961"/>
                    </a:cubicBezTo>
                    <a:cubicBezTo>
                      <a:pt x="128662" y="78028"/>
                      <a:pt x="186622" y="51307"/>
                      <a:pt x="246542" y="43775"/>
                    </a:cubicBezTo>
                    <a:close/>
                    <a:moveTo>
                      <a:pt x="536061" y="0"/>
                    </a:moveTo>
                    <a:lnTo>
                      <a:pt x="544232" y="61368"/>
                    </a:lnTo>
                    <a:lnTo>
                      <a:pt x="605702" y="69526"/>
                    </a:lnTo>
                    <a:lnTo>
                      <a:pt x="524361" y="150732"/>
                    </a:lnTo>
                    <a:lnTo>
                      <a:pt x="498361" y="147302"/>
                    </a:lnTo>
                    <a:lnTo>
                      <a:pt x="337721" y="307767"/>
                    </a:lnTo>
                    <a:cubicBezTo>
                      <a:pt x="339021" y="312588"/>
                      <a:pt x="339764" y="317779"/>
                      <a:pt x="339764" y="323063"/>
                    </a:cubicBezTo>
                    <a:cubicBezTo>
                      <a:pt x="339764" y="354859"/>
                      <a:pt x="313950" y="380630"/>
                      <a:pt x="282101" y="380630"/>
                    </a:cubicBezTo>
                    <a:cubicBezTo>
                      <a:pt x="250251" y="380630"/>
                      <a:pt x="224437" y="354859"/>
                      <a:pt x="224437" y="323063"/>
                    </a:cubicBezTo>
                    <a:cubicBezTo>
                      <a:pt x="224437" y="291266"/>
                      <a:pt x="250251" y="265495"/>
                      <a:pt x="282101" y="265495"/>
                    </a:cubicBezTo>
                    <a:cubicBezTo>
                      <a:pt x="287393" y="265495"/>
                      <a:pt x="292500" y="266237"/>
                      <a:pt x="297422" y="267535"/>
                    </a:cubicBezTo>
                    <a:lnTo>
                      <a:pt x="458155" y="107162"/>
                    </a:lnTo>
                    <a:lnTo>
                      <a:pt x="454719" y="81206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txBody>
              <a:bodyPr wrap="square" lIns="91440" tIns="45720" rIns="91440" bIns="45720">
                <a:normAutofit/>
              </a:bodyPr>
              <a:lstStyle/>
              <a:p>
                <a:endParaRPr lang="zh-CN" altLang="en-US"/>
              </a:p>
            </p:txBody>
          </p:sp>
          <p:sp>
            <p:nvSpPr>
              <p:cNvPr id="13" name="Text2" descr="bb82518f-adac-4947-99f9-9fd2f2b257e7"/>
              <p:cNvSpPr/>
              <p:nvPr/>
            </p:nvSpPr>
            <p:spPr bwMode="auto">
              <a:xfrm>
                <a:off x="5388147" y="3175231"/>
                <a:ext cx="6132341" cy="841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Bef>
                    <a:spcPct val="0"/>
                  </a:spcBef>
                  <a:buFont typeface="Arial" panose="020B0604020202090204" pitchFamily="34" charset="0"/>
                  <a:buChar char="•"/>
                </a:pPr>
                <a:r>
                  <a:rPr lang="zh-CN" altLang="en-US" sz="1200" dirty="0"/>
                  <a:t>相比SecurityCheck_v5.exe，检测速度更快。</a:t>
                </a:r>
                <a:endParaRPr lang="en-US" dirty="0"/>
              </a:p>
            </p:txBody>
          </p:sp>
        </p:grpSp>
        <p:grpSp>
          <p:nvGrpSpPr>
            <p:cNvPr id="23" name="组合 22" descr="48badede-d4b6-480e-b5c3-457f337ea231"/>
            <p:cNvGrpSpPr/>
            <p:nvPr/>
          </p:nvGrpSpPr>
          <p:grpSpPr>
            <a:xfrm>
              <a:off x="673099" y="4140060"/>
              <a:ext cx="10847389" cy="890588"/>
              <a:chOff x="673099" y="4140060"/>
              <a:chExt cx="10847389" cy="890588"/>
            </a:xfrm>
          </p:grpSpPr>
          <p:sp>
            <p:nvSpPr>
              <p:cNvPr id="9" name="Bullet3" descr="1c67ef64-96ef-4a30-81b3-70df85dcc4e7"/>
              <p:cNvSpPr/>
              <p:nvPr/>
            </p:nvSpPr>
            <p:spPr bwMode="auto">
              <a:xfrm>
                <a:off x="673099" y="4140060"/>
                <a:ext cx="6131192" cy="890588"/>
              </a:xfrm>
              <a:prstGeom prst="homePlate">
                <a:avLst/>
              </a:prstGeom>
              <a:solidFill>
                <a:schemeClr val="accent1"/>
              </a:solidFill>
              <a:ln w="38100" cap="flat">
                <a:solidFill>
                  <a:schemeClr val="accent1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en-US"/>
                </a:defPPr>
                <a:lvl1pPr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1pPr>
                <a:lvl2pPr marL="1714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2pPr>
                <a:lvl3pPr marL="3429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3pPr>
                <a:lvl4pPr marL="51435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4pPr>
                <a:lvl5pPr marL="685800" algn="ctr" rtl="0" fontAlgn="base">
                  <a:spcBef>
                    <a:spcPct val="0"/>
                  </a:spcBef>
                  <a:spcAft>
                    <a:spcPct val="0"/>
                  </a:spcAft>
                  <a:defRPr sz="2100" kern="1200">
                    <a:solidFill>
                      <a:srgbClr val="000000"/>
                    </a:solidFill>
                  </a:defRPr>
                </a:lvl5pPr>
                <a:lvl6pPr marL="8572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6pPr>
                <a:lvl7pPr marL="10287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7pPr>
                <a:lvl8pPr marL="120015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8pPr>
                <a:lvl9pPr marL="1371600" algn="l" defTabSz="171450" rtl="0" eaLnBrk="1" latinLnBrk="0" hangingPunct="1">
                  <a:defRPr sz="2100" kern="1200">
                    <a:solidFill>
                      <a:srgbClr val="000000"/>
                    </a:solidFill>
                  </a:defRPr>
                </a:lvl9pPr>
              </a:lstStyle>
              <a:p>
                <a:pPr algn="l"/>
                <a:r>
                  <a:rPr lang="zh-CN" altLang="en-US" sz="1800" b="1" dirty="0">
                    <a:solidFill>
                      <a:srgbClr val="FFFFFF"/>
                    </a:solidFill>
                  </a:rPr>
                  <a:t>系统依赖情况</a:t>
                </a:r>
                <a:endParaRPr lang="en-US" dirty="0"/>
              </a:p>
            </p:txBody>
          </p:sp>
          <p:sp>
            <p:nvSpPr>
              <p:cNvPr id="10" name="Icon3" descr="bf18524c-7157-472c-89fd-dd8db3d8f272"/>
              <p:cNvSpPr/>
              <p:nvPr/>
            </p:nvSpPr>
            <p:spPr bwMode="auto">
              <a:xfrm>
                <a:off x="5822706" y="4364147"/>
                <a:ext cx="546588" cy="442414"/>
              </a:xfrm>
              <a:custGeom>
                <a:avLst/>
                <a:gdLst>
                  <a:gd name="connsiteX0" fmla="*/ 355420 w 607568"/>
                  <a:gd name="connsiteY0" fmla="*/ 250307 h 491771"/>
                  <a:gd name="connsiteX1" fmla="*/ 352312 w 607568"/>
                  <a:gd name="connsiteY1" fmla="*/ 251812 h 491771"/>
                  <a:gd name="connsiteX2" fmla="*/ 321042 w 607568"/>
                  <a:gd name="connsiteY2" fmla="*/ 289814 h 491771"/>
                  <a:gd name="connsiteX3" fmla="*/ 321513 w 607568"/>
                  <a:gd name="connsiteY3" fmla="*/ 295364 h 491771"/>
                  <a:gd name="connsiteX4" fmla="*/ 369736 w 607568"/>
                  <a:gd name="connsiteY4" fmla="*/ 338257 h 491771"/>
                  <a:gd name="connsiteX5" fmla="*/ 371997 w 607568"/>
                  <a:gd name="connsiteY5" fmla="*/ 339104 h 491771"/>
                  <a:gd name="connsiteX6" fmla="*/ 373127 w 607568"/>
                  <a:gd name="connsiteY6" fmla="*/ 338916 h 491771"/>
                  <a:gd name="connsiteX7" fmla="*/ 375293 w 607568"/>
                  <a:gd name="connsiteY7" fmla="*/ 336282 h 491771"/>
                  <a:gd name="connsiteX8" fmla="*/ 383676 w 607568"/>
                  <a:gd name="connsiteY8" fmla="*/ 279467 h 491771"/>
                  <a:gd name="connsiteX9" fmla="*/ 376424 w 607568"/>
                  <a:gd name="connsiteY9" fmla="*/ 263287 h 491771"/>
                  <a:gd name="connsiteX10" fmla="*/ 357681 w 607568"/>
                  <a:gd name="connsiteY10" fmla="*/ 250965 h 491771"/>
                  <a:gd name="connsiteX11" fmla="*/ 355420 w 607568"/>
                  <a:gd name="connsiteY11" fmla="*/ 250307 h 491771"/>
                  <a:gd name="connsiteX12" fmla="*/ 258879 w 607568"/>
                  <a:gd name="connsiteY12" fmla="*/ 250307 h 491771"/>
                  <a:gd name="connsiteX13" fmla="*/ 256712 w 607568"/>
                  <a:gd name="connsiteY13" fmla="*/ 250965 h 491771"/>
                  <a:gd name="connsiteX14" fmla="*/ 237969 w 607568"/>
                  <a:gd name="connsiteY14" fmla="*/ 263287 h 491771"/>
                  <a:gd name="connsiteX15" fmla="*/ 230717 w 607568"/>
                  <a:gd name="connsiteY15" fmla="*/ 279467 h 491771"/>
                  <a:gd name="connsiteX16" fmla="*/ 239100 w 607568"/>
                  <a:gd name="connsiteY16" fmla="*/ 336282 h 491771"/>
                  <a:gd name="connsiteX17" fmla="*/ 241266 w 607568"/>
                  <a:gd name="connsiteY17" fmla="*/ 338916 h 491771"/>
                  <a:gd name="connsiteX18" fmla="*/ 242396 w 607568"/>
                  <a:gd name="connsiteY18" fmla="*/ 339104 h 491771"/>
                  <a:gd name="connsiteX19" fmla="*/ 244657 w 607568"/>
                  <a:gd name="connsiteY19" fmla="*/ 338257 h 491771"/>
                  <a:gd name="connsiteX20" fmla="*/ 292880 w 607568"/>
                  <a:gd name="connsiteY20" fmla="*/ 295364 h 491771"/>
                  <a:gd name="connsiteX21" fmla="*/ 293351 w 607568"/>
                  <a:gd name="connsiteY21" fmla="*/ 289814 h 491771"/>
                  <a:gd name="connsiteX22" fmla="*/ 261987 w 607568"/>
                  <a:gd name="connsiteY22" fmla="*/ 251812 h 491771"/>
                  <a:gd name="connsiteX23" fmla="*/ 258879 w 607568"/>
                  <a:gd name="connsiteY23" fmla="*/ 250307 h 491771"/>
                  <a:gd name="connsiteX24" fmla="*/ 500465 w 607568"/>
                  <a:gd name="connsiteY24" fmla="*/ 66049 h 491771"/>
                  <a:gd name="connsiteX25" fmla="*/ 565743 w 607568"/>
                  <a:gd name="connsiteY25" fmla="*/ 130673 h 491771"/>
                  <a:gd name="connsiteX26" fmla="*/ 566120 w 607568"/>
                  <a:gd name="connsiteY26" fmla="*/ 130673 h 491771"/>
                  <a:gd name="connsiteX27" fmla="*/ 580250 w 607568"/>
                  <a:gd name="connsiteY27" fmla="*/ 160962 h 491771"/>
                  <a:gd name="connsiteX28" fmla="*/ 560939 w 607568"/>
                  <a:gd name="connsiteY28" fmla="*/ 182503 h 491771"/>
                  <a:gd name="connsiteX29" fmla="*/ 531927 w 607568"/>
                  <a:gd name="connsiteY29" fmla="*/ 223799 h 491771"/>
                  <a:gd name="connsiteX30" fmla="*/ 528253 w 607568"/>
                  <a:gd name="connsiteY30" fmla="*/ 234240 h 491771"/>
                  <a:gd name="connsiteX31" fmla="*/ 530797 w 607568"/>
                  <a:gd name="connsiteY31" fmla="*/ 246281 h 491771"/>
                  <a:gd name="connsiteX32" fmla="*/ 545868 w 607568"/>
                  <a:gd name="connsiteY32" fmla="*/ 261143 h 491771"/>
                  <a:gd name="connsiteX33" fmla="*/ 558961 w 607568"/>
                  <a:gd name="connsiteY33" fmla="*/ 263777 h 491771"/>
                  <a:gd name="connsiteX34" fmla="*/ 597299 w 607568"/>
                  <a:gd name="connsiteY34" fmla="*/ 301968 h 491771"/>
                  <a:gd name="connsiteX35" fmla="*/ 607002 w 607568"/>
                  <a:gd name="connsiteY35" fmla="*/ 350788 h 491771"/>
                  <a:gd name="connsiteX36" fmla="*/ 601256 w 607568"/>
                  <a:gd name="connsiteY36" fmla="*/ 373835 h 491771"/>
                  <a:gd name="connsiteX37" fmla="*/ 579685 w 607568"/>
                  <a:gd name="connsiteY37" fmla="*/ 384088 h 491771"/>
                  <a:gd name="connsiteX38" fmla="*/ 490386 w 607568"/>
                  <a:gd name="connsiteY38" fmla="*/ 384088 h 491771"/>
                  <a:gd name="connsiteX39" fmla="*/ 467685 w 607568"/>
                  <a:gd name="connsiteY39" fmla="*/ 310058 h 491771"/>
                  <a:gd name="connsiteX40" fmla="*/ 431702 w 607568"/>
                  <a:gd name="connsiteY40" fmla="*/ 267445 h 491771"/>
                  <a:gd name="connsiteX41" fmla="*/ 441969 w 607568"/>
                  <a:gd name="connsiteY41" fmla="*/ 263777 h 491771"/>
                  <a:gd name="connsiteX42" fmla="*/ 455157 w 607568"/>
                  <a:gd name="connsiteY42" fmla="*/ 261237 h 491771"/>
                  <a:gd name="connsiteX43" fmla="*/ 470228 w 607568"/>
                  <a:gd name="connsiteY43" fmla="*/ 246281 h 491771"/>
                  <a:gd name="connsiteX44" fmla="*/ 472677 w 607568"/>
                  <a:gd name="connsiteY44" fmla="*/ 234240 h 491771"/>
                  <a:gd name="connsiteX45" fmla="*/ 469098 w 607568"/>
                  <a:gd name="connsiteY45" fmla="*/ 223893 h 491771"/>
                  <a:gd name="connsiteX46" fmla="*/ 439991 w 607568"/>
                  <a:gd name="connsiteY46" fmla="*/ 182503 h 491771"/>
                  <a:gd name="connsiteX47" fmla="*/ 426144 w 607568"/>
                  <a:gd name="connsiteY47" fmla="*/ 172720 h 491771"/>
                  <a:gd name="connsiteX48" fmla="*/ 441404 w 607568"/>
                  <a:gd name="connsiteY48" fmla="*/ 143278 h 491771"/>
                  <a:gd name="connsiteX49" fmla="*/ 439708 w 607568"/>
                  <a:gd name="connsiteY49" fmla="*/ 107438 h 491771"/>
                  <a:gd name="connsiteX50" fmla="*/ 500465 w 607568"/>
                  <a:gd name="connsiteY50" fmla="*/ 66049 h 491771"/>
                  <a:gd name="connsiteX51" fmla="*/ 107100 w 607568"/>
                  <a:gd name="connsiteY51" fmla="*/ 66049 h 491771"/>
                  <a:gd name="connsiteX52" fmla="*/ 171341 w 607568"/>
                  <a:gd name="connsiteY52" fmla="*/ 123618 h 491771"/>
                  <a:gd name="connsiteX53" fmla="*/ 172849 w 607568"/>
                  <a:gd name="connsiteY53" fmla="*/ 143278 h 491771"/>
                  <a:gd name="connsiteX54" fmla="*/ 184246 w 607568"/>
                  <a:gd name="connsiteY54" fmla="*/ 168205 h 491771"/>
                  <a:gd name="connsiteX55" fmla="*/ 167574 w 607568"/>
                  <a:gd name="connsiteY55" fmla="*/ 182503 h 491771"/>
                  <a:gd name="connsiteX56" fmla="*/ 138468 w 607568"/>
                  <a:gd name="connsiteY56" fmla="*/ 223799 h 491771"/>
                  <a:gd name="connsiteX57" fmla="*/ 134794 w 607568"/>
                  <a:gd name="connsiteY57" fmla="*/ 234240 h 491771"/>
                  <a:gd name="connsiteX58" fmla="*/ 137337 w 607568"/>
                  <a:gd name="connsiteY58" fmla="*/ 246281 h 491771"/>
                  <a:gd name="connsiteX59" fmla="*/ 152408 w 607568"/>
                  <a:gd name="connsiteY59" fmla="*/ 261143 h 491771"/>
                  <a:gd name="connsiteX60" fmla="*/ 165596 w 607568"/>
                  <a:gd name="connsiteY60" fmla="*/ 263777 h 491771"/>
                  <a:gd name="connsiteX61" fmla="*/ 179442 w 607568"/>
                  <a:gd name="connsiteY61" fmla="*/ 268856 h 491771"/>
                  <a:gd name="connsiteX62" fmla="*/ 146662 w 607568"/>
                  <a:gd name="connsiteY62" fmla="*/ 310058 h 491771"/>
                  <a:gd name="connsiteX63" fmla="*/ 123867 w 607568"/>
                  <a:gd name="connsiteY63" fmla="*/ 384088 h 491771"/>
                  <a:gd name="connsiteX64" fmla="*/ 27883 w 607568"/>
                  <a:gd name="connsiteY64" fmla="*/ 384088 h 491771"/>
                  <a:gd name="connsiteX65" fmla="*/ 6312 w 607568"/>
                  <a:gd name="connsiteY65" fmla="*/ 373835 h 491771"/>
                  <a:gd name="connsiteX66" fmla="*/ 566 w 607568"/>
                  <a:gd name="connsiteY66" fmla="*/ 350788 h 491771"/>
                  <a:gd name="connsiteX67" fmla="*/ 10268 w 607568"/>
                  <a:gd name="connsiteY67" fmla="*/ 301968 h 491771"/>
                  <a:gd name="connsiteX68" fmla="*/ 48606 w 607568"/>
                  <a:gd name="connsiteY68" fmla="*/ 263777 h 491771"/>
                  <a:gd name="connsiteX69" fmla="*/ 61699 w 607568"/>
                  <a:gd name="connsiteY69" fmla="*/ 261237 h 491771"/>
                  <a:gd name="connsiteX70" fmla="*/ 76770 w 607568"/>
                  <a:gd name="connsiteY70" fmla="*/ 246281 h 491771"/>
                  <a:gd name="connsiteX71" fmla="*/ 79313 w 607568"/>
                  <a:gd name="connsiteY71" fmla="*/ 234240 h 491771"/>
                  <a:gd name="connsiteX72" fmla="*/ 75639 w 607568"/>
                  <a:gd name="connsiteY72" fmla="*/ 223893 h 491771"/>
                  <a:gd name="connsiteX73" fmla="*/ 46628 w 607568"/>
                  <a:gd name="connsiteY73" fmla="*/ 182503 h 491771"/>
                  <a:gd name="connsiteX74" fmla="*/ 27318 w 607568"/>
                  <a:gd name="connsiteY74" fmla="*/ 160962 h 491771"/>
                  <a:gd name="connsiteX75" fmla="*/ 41447 w 607568"/>
                  <a:gd name="connsiteY75" fmla="*/ 130673 h 491771"/>
                  <a:gd name="connsiteX76" fmla="*/ 41824 w 607568"/>
                  <a:gd name="connsiteY76" fmla="*/ 130673 h 491771"/>
                  <a:gd name="connsiteX77" fmla="*/ 107100 w 607568"/>
                  <a:gd name="connsiteY77" fmla="*/ 66049 h 491771"/>
                  <a:gd name="connsiteX78" fmla="*/ 298626 w 607568"/>
                  <a:gd name="connsiteY78" fmla="*/ 0 h 491771"/>
                  <a:gd name="connsiteX79" fmla="*/ 315956 w 607568"/>
                  <a:gd name="connsiteY79" fmla="*/ 0 h 491771"/>
                  <a:gd name="connsiteX80" fmla="*/ 401854 w 607568"/>
                  <a:gd name="connsiteY80" fmla="*/ 85787 h 491771"/>
                  <a:gd name="connsiteX81" fmla="*/ 401854 w 607568"/>
                  <a:gd name="connsiteY81" fmla="*/ 95476 h 491771"/>
                  <a:gd name="connsiteX82" fmla="*/ 421633 w 607568"/>
                  <a:gd name="connsiteY82" fmla="*/ 138840 h 491771"/>
                  <a:gd name="connsiteX83" fmla="*/ 417960 w 607568"/>
                  <a:gd name="connsiteY83" fmla="*/ 149281 h 491771"/>
                  <a:gd name="connsiteX84" fmla="*/ 417112 w 607568"/>
                  <a:gd name="connsiteY84" fmla="*/ 151068 h 491771"/>
                  <a:gd name="connsiteX85" fmla="*/ 411273 w 607568"/>
                  <a:gd name="connsiteY85" fmla="*/ 159534 h 491771"/>
                  <a:gd name="connsiteX86" fmla="*/ 410896 w 607568"/>
                  <a:gd name="connsiteY86" fmla="*/ 159910 h 491771"/>
                  <a:gd name="connsiteX87" fmla="*/ 394037 w 607568"/>
                  <a:gd name="connsiteY87" fmla="*/ 169787 h 491771"/>
                  <a:gd name="connsiteX88" fmla="*/ 384900 w 607568"/>
                  <a:gd name="connsiteY88" fmla="*/ 189541 h 491771"/>
                  <a:gd name="connsiteX89" fmla="*/ 384712 w 607568"/>
                  <a:gd name="connsiteY89" fmla="*/ 189823 h 491771"/>
                  <a:gd name="connsiteX90" fmla="*/ 373316 w 607568"/>
                  <a:gd name="connsiteY90" fmla="*/ 207131 h 491771"/>
                  <a:gd name="connsiteX91" fmla="*/ 372750 w 607568"/>
                  <a:gd name="connsiteY91" fmla="*/ 207789 h 491771"/>
                  <a:gd name="connsiteX92" fmla="*/ 359847 w 607568"/>
                  <a:gd name="connsiteY92" fmla="*/ 222275 h 491771"/>
                  <a:gd name="connsiteX93" fmla="*/ 359188 w 607568"/>
                  <a:gd name="connsiteY93" fmla="*/ 222934 h 491771"/>
                  <a:gd name="connsiteX94" fmla="*/ 345154 w 607568"/>
                  <a:gd name="connsiteY94" fmla="*/ 234598 h 491771"/>
                  <a:gd name="connsiteX95" fmla="*/ 345625 w 607568"/>
                  <a:gd name="connsiteY95" fmla="*/ 236855 h 491771"/>
                  <a:gd name="connsiteX96" fmla="*/ 348639 w 607568"/>
                  <a:gd name="connsiteY96" fmla="*/ 235538 h 491771"/>
                  <a:gd name="connsiteX97" fmla="*/ 355514 w 607568"/>
                  <a:gd name="connsiteY97" fmla="*/ 234033 h 491771"/>
                  <a:gd name="connsiteX98" fmla="*/ 366628 w 607568"/>
                  <a:gd name="connsiteY98" fmla="*/ 237326 h 491771"/>
                  <a:gd name="connsiteX99" fmla="*/ 385371 w 607568"/>
                  <a:gd name="connsiteY99" fmla="*/ 249648 h 491771"/>
                  <a:gd name="connsiteX100" fmla="*/ 399876 w 607568"/>
                  <a:gd name="connsiteY100" fmla="*/ 279373 h 491771"/>
                  <a:gd name="connsiteX101" fmla="*/ 430016 w 607568"/>
                  <a:gd name="connsiteY101" fmla="*/ 289814 h 491771"/>
                  <a:gd name="connsiteX102" fmla="*/ 448382 w 607568"/>
                  <a:gd name="connsiteY102" fmla="*/ 316058 h 491771"/>
                  <a:gd name="connsiteX103" fmla="*/ 481630 w 607568"/>
                  <a:gd name="connsiteY103" fmla="*/ 424515 h 491771"/>
                  <a:gd name="connsiteX104" fmla="*/ 483891 w 607568"/>
                  <a:gd name="connsiteY104" fmla="*/ 436461 h 491771"/>
                  <a:gd name="connsiteX105" fmla="*/ 473718 w 607568"/>
                  <a:gd name="connsiteY105" fmla="*/ 470700 h 491771"/>
                  <a:gd name="connsiteX106" fmla="*/ 443956 w 607568"/>
                  <a:gd name="connsiteY106" fmla="*/ 490360 h 491771"/>
                  <a:gd name="connsiteX107" fmla="*/ 431805 w 607568"/>
                  <a:gd name="connsiteY107" fmla="*/ 491771 h 491771"/>
                  <a:gd name="connsiteX108" fmla="*/ 325375 w 607568"/>
                  <a:gd name="connsiteY108" fmla="*/ 491771 h 491771"/>
                  <a:gd name="connsiteX109" fmla="*/ 337430 w 607568"/>
                  <a:gd name="connsiteY109" fmla="*/ 415296 h 491771"/>
                  <a:gd name="connsiteX110" fmla="*/ 334605 w 607568"/>
                  <a:gd name="connsiteY110" fmla="*/ 389052 h 491771"/>
                  <a:gd name="connsiteX111" fmla="*/ 323962 w 607568"/>
                  <a:gd name="connsiteY111" fmla="*/ 360927 h 491771"/>
                  <a:gd name="connsiteX112" fmla="*/ 337430 w 607568"/>
                  <a:gd name="connsiteY112" fmla="*/ 347476 h 491771"/>
                  <a:gd name="connsiteX113" fmla="*/ 307196 w 607568"/>
                  <a:gd name="connsiteY113" fmla="*/ 317281 h 491771"/>
                  <a:gd name="connsiteX114" fmla="*/ 276868 w 607568"/>
                  <a:gd name="connsiteY114" fmla="*/ 347476 h 491771"/>
                  <a:gd name="connsiteX115" fmla="*/ 290337 w 607568"/>
                  <a:gd name="connsiteY115" fmla="*/ 360927 h 491771"/>
                  <a:gd name="connsiteX116" fmla="*/ 279694 w 607568"/>
                  <a:gd name="connsiteY116" fmla="*/ 389052 h 491771"/>
                  <a:gd name="connsiteX117" fmla="*/ 276963 w 607568"/>
                  <a:gd name="connsiteY117" fmla="*/ 415296 h 491771"/>
                  <a:gd name="connsiteX118" fmla="*/ 288736 w 607568"/>
                  <a:gd name="connsiteY118" fmla="*/ 491771 h 491771"/>
                  <a:gd name="connsiteX119" fmla="*/ 182493 w 607568"/>
                  <a:gd name="connsiteY119" fmla="*/ 491771 h 491771"/>
                  <a:gd name="connsiteX120" fmla="*/ 170437 w 607568"/>
                  <a:gd name="connsiteY120" fmla="*/ 490360 h 491771"/>
                  <a:gd name="connsiteX121" fmla="*/ 140675 w 607568"/>
                  <a:gd name="connsiteY121" fmla="*/ 470700 h 491771"/>
                  <a:gd name="connsiteX122" fmla="*/ 132669 w 607568"/>
                  <a:gd name="connsiteY122" fmla="*/ 424515 h 491771"/>
                  <a:gd name="connsiteX123" fmla="*/ 166011 w 607568"/>
                  <a:gd name="connsiteY123" fmla="*/ 316058 h 491771"/>
                  <a:gd name="connsiteX124" fmla="*/ 184377 w 607568"/>
                  <a:gd name="connsiteY124" fmla="*/ 289814 h 491771"/>
                  <a:gd name="connsiteX125" fmla="*/ 214517 w 607568"/>
                  <a:gd name="connsiteY125" fmla="*/ 279373 h 491771"/>
                  <a:gd name="connsiteX126" fmla="*/ 214517 w 607568"/>
                  <a:gd name="connsiteY126" fmla="*/ 279279 h 491771"/>
                  <a:gd name="connsiteX127" fmla="*/ 229022 w 607568"/>
                  <a:gd name="connsiteY127" fmla="*/ 249648 h 491771"/>
                  <a:gd name="connsiteX128" fmla="*/ 247765 w 607568"/>
                  <a:gd name="connsiteY128" fmla="*/ 237326 h 491771"/>
                  <a:gd name="connsiteX129" fmla="*/ 258879 w 607568"/>
                  <a:gd name="connsiteY129" fmla="*/ 234033 h 491771"/>
                  <a:gd name="connsiteX130" fmla="*/ 265754 w 607568"/>
                  <a:gd name="connsiteY130" fmla="*/ 235538 h 491771"/>
                  <a:gd name="connsiteX131" fmla="*/ 268768 w 607568"/>
                  <a:gd name="connsiteY131" fmla="*/ 236855 h 491771"/>
                  <a:gd name="connsiteX132" fmla="*/ 269239 w 607568"/>
                  <a:gd name="connsiteY132" fmla="*/ 234598 h 491771"/>
                  <a:gd name="connsiteX133" fmla="*/ 255205 w 607568"/>
                  <a:gd name="connsiteY133" fmla="*/ 222934 h 491771"/>
                  <a:gd name="connsiteX134" fmla="*/ 254546 w 607568"/>
                  <a:gd name="connsiteY134" fmla="*/ 222275 h 491771"/>
                  <a:gd name="connsiteX135" fmla="*/ 241548 w 607568"/>
                  <a:gd name="connsiteY135" fmla="*/ 207789 h 491771"/>
                  <a:gd name="connsiteX136" fmla="*/ 241077 w 607568"/>
                  <a:gd name="connsiteY136" fmla="*/ 207225 h 491771"/>
                  <a:gd name="connsiteX137" fmla="*/ 229681 w 607568"/>
                  <a:gd name="connsiteY137" fmla="*/ 189823 h 491771"/>
                  <a:gd name="connsiteX138" fmla="*/ 229493 w 607568"/>
                  <a:gd name="connsiteY138" fmla="*/ 189635 h 491771"/>
                  <a:gd name="connsiteX139" fmla="*/ 220356 w 607568"/>
                  <a:gd name="connsiteY139" fmla="*/ 169787 h 491771"/>
                  <a:gd name="connsiteX140" fmla="*/ 203497 w 607568"/>
                  <a:gd name="connsiteY140" fmla="*/ 159910 h 491771"/>
                  <a:gd name="connsiteX141" fmla="*/ 203120 w 607568"/>
                  <a:gd name="connsiteY141" fmla="*/ 159534 h 491771"/>
                  <a:gd name="connsiteX142" fmla="*/ 197281 w 607568"/>
                  <a:gd name="connsiteY142" fmla="*/ 151068 h 491771"/>
                  <a:gd name="connsiteX143" fmla="*/ 196433 w 607568"/>
                  <a:gd name="connsiteY143" fmla="*/ 149281 h 491771"/>
                  <a:gd name="connsiteX144" fmla="*/ 192666 w 607568"/>
                  <a:gd name="connsiteY144" fmla="*/ 138840 h 491771"/>
                  <a:gd name="connsiteX145" fmla="*/ 212727 w 607568"/>
                  <a:gd name="connsiteY145" fmla="*/ 95476 h 491771"/>
                  <a:gd name="connsiteX146" fmla="*/ 212727 w 607568"/>
                  <a:gd name="connsiteY146" fmla="*/ 85787 h 491771"/>
                  <a:gd name="connsiteX147" fmla="*/ 298626 w 607568"/>
                  <a:gd name="connsiteY147" fmla="*/ 0 h 491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</a:cxnLst>
                <a:rect l="l" t="t" r="r" b="b"/>
                <a:pathLst>
                  <a:path w="607568" h="491771">
                    <a:moveTo>
                      <a:pt x="355420" y="250307"/>
                    </a:moveTo>
                    <a:cubicBezTo>
                      <a:pt x="354290" y="250307"/>
                      <a:pt x="353160" y="250871"/>
                      <a:pt x="352312" y="251812"/>
                    </a:cubicBezTo>
                    <a:lnTo>
                      <a:pt x="321042" y="289814"/>
                    </a:lnTo>
                    <a:cubicBezTo>
                      <a:pt x="319723" y="291507"/>
                      <a:pt x="319912" y="293953"/>
                      <a:pt x="321513" y="295364"/>
                    </a:cubicBezTo>
                    <a:lnTo>
                      <a:pt x="369736" y="338257"/>
                    </a:lnTo>
                    <a:cubicBezTo>
                      <a:pt x="370396" y="338822"/>
                      <a:pt x="371149" y="339104"/>
                      <a:pt x="371997" y="339104"/>
                    </a:cubicBezTo>
                    <a:cubicBezTo>
                      <a:pt x="372374" y="339104"/>
                      <a:pt x="372750" y="339010"/>
                      <a:pt x="373127" y="338916"/>
                    </a:cubicBezTo>
                    <a:cubicBezTo>
                      <a:pt x="374257" y="338539"/>
                      <a:pt x="375105" y="337505"/>
                      <a:pt x="375293" y="336282"/>
                    </a:cubicBezTo>
                    <a:lnTo>
                      <a:pt x="383676" y="279467"/>
                    </a:lnTo>
                    <a:cubicBezTo>
                      <a:pt x="384618" y="273164"/>
                      <a:pt x="381792" y="266768"/>
                      <a:pt x="376424" y="263287"/>
                    </a:cubicBezTo>
                    <a:lnTo>
                      <a:pt x="357681" y="250965"/>
                    </a:lnTo>
                    <a:cubicBezTo>
                      <a:pt x="357021" y="250495"/>
                      <a:pt x="356174" y="250307"/>
                      <a:pt x="355420" y="250307"/>
                    </a:cubicBezTo>
                    <a:close/>
                    <a:moveTo>
                      <a:pt x="258879" y="250307"/>
                    </a:moveTo>
                    <a:cubicBezTo>
                      <a:pt x="258125" y="250307"/>
                      <a:pt x="257372" y="250495"/>
                      <a:pt x="256712" y="250965"/>
                    </a:cubicBezTo>
                    <a:lnTo>
                      <a:pt x="237969" y="263287"/>
                    </a:lnTo>
                    <a:cubicBezTo>
                      <a:pt x="232601" y="266768"/>
                      <a:pt x="229775" y="273164"/>
                      <a:pt x="230717" y="279467"/>
                    </a:cubicBezTo>
                    <a:lnTo>
                      <a:pt x="239100" y="336282"/>
                    </a:lnTo>
                    <a:cubicBezTo>
                      <a:pt x="239288" y="337505"/>
                      <a:pt x="240136" y="338539"/>
                      <a:pt x="241266" y="338916"/>
                    </a:cubicBezTo>
                    <a:cubicBezTo>
                      <a:pt x="241643" y="339010"/>
                      <a:pt x="242019" y="339104"/>
                      <a:pt x="242396" y="339104"/>
                    </a:cubicBezTo>
                    <a:cubicBezTo>
                      <a:pt x="243244" y="339104"/>
                      <a:pt x="243997" y="338822"/>
                      <a:pt x="244657" y="338257"/>
                    </a:cubicBezTo>
                    <a:lnTo>
                      <a:pt x="292880" y="295364"/>
                    </a:lnTo>
                    <a:cubicBezTo>
                      <a:pt x="294481" y="293953"/>
                      <a:pt x="294670" y="291507"/>
                      <a:pt x="293351" y="289814"/>
                    </a:cubicBezTo>
                    <a:lnTo>
                      <a:pt x="261987" y="251812"/>
                    </a:lnTo>
                    <a:cubicBezTo>
                      <a:pt x="261233" y="250871"/>
                      <a:pt x="260103" y="250307"/>
                      <a:pt x="258879" y="250307"/>
                    </a:cubicBezTo>
                    <a:close/>
                    <a:moveTo>
                      <a:pt x="500465" y="66049"/>
                    </a:moveTo>
                    <a:cubicBezTo>
                      <a:pt x="548129" y="66049"/>
                      <a:pt x="562447" y="93516"/>
                      <a:pt x="565743" y="130673"/>
                    </a:cubicBezTo>
                    <a:cubicBezTo>
                      <a:pt x="565932" y="130673"/>
                      <a:pt x="566026" y="130673"/>
                      <a:pt x="566120" y="130673"/>
                    </a:cubicBezTo>
                    <a:cubicBezTo>
                      <a:pt x="577141" y="133118"/>
                      <a:pt x="583358" y="146664"/>
                      <a:pt x="580250" y="160962"/>
                    </a:cubicBezTo>
                    <a:cubicBezTo>
                      <a:pt x="577706" y="172532"/>
                      <a:pt x="569700" y="180904"/>
                      <a:pt x="560939" y="182503"/>
                    </a:cubicBezTo>
                    <a:cubicBezTo>
                      <a:pt x="554628" y="199529"/>
                      <a:pt x="543796" y="214016"/>
                      <a:pt x="531927" y="223799"/>
                    </a:cubicBezTo>
                    <a:cubicBezTo>
                      <a:pt x="528913" y="226338"/>
                      <a:pt x="527500" y="230383"/>
                      <a:pt x="528253" y="234240"/>
                    </a:cubicBezTo>
                    <a:lnTo>
                      <a:pt x="530797" y="246281"/>
                    </a:lnTo>
                    <a:cubicBezTo>
                      <a:pt x="532304" y="253806"/>
                      <a:pt x="538238" y="259732"/>
                      <a:pt x="545868" y="261143"/>
                    </a:cubicBezTo>
                    <a:lnTo>
                      <a:pt x="558961" y="263777"/>
                    </a:lnTo>
                    <a:cubicBezTo>
                      <a:pt x="578366" y="267634"/>
                      <a:pt x="593437" y="282684"/>
                      <a:pt x="597299" y="301968"/>
                    </a:cubicBezTo>
                    <a:lnTo>
                      <a:pt x="607002" y="350788"/>
                    </a:lnTo>
                    <a:cubicBezTo>
                      <a:pt x="608697" y="358972"/>
                      <a:pt x="606531" y="367438"/>
                      <a:pt x="601256" y="373835"/>
                    </a:cubicBezTo>
                    <a:cubicBezTo>
                      <a:pt x="595981" y="380325"/>
                      <a:pt x="588068" y="384088"/>
                      <a:pt x="579685" y="384088"/>
                    </a:cubicBezTo>
                    <a:lnTo>
                      <a:pt x="490386" y="384088"/>
                    </a:lnTo>
                    <a:lnTo>
                      <a:pt x="467685" y="310058"/>
                    </a:lnTo>
                    <a:cubicBezTo>
                      <a:pt x="461845" y="291150"/>
                      <a:pt x="448563" y="276194"/>
                      <a:pt x="431702" y="267445"/>
                    </a:cubicBezTo>
                    <a:cubicBezTo>
                      <a:pt x="434999" y="265940"/>
                      <a:pt x="438295" y="264529"/>
                      <a:pt x="441969" y="263777"/>
                    </a:cubicBezTo>
                    <a:lnTo>
                      <a:pt x="455157" y="261237"/>
                    </a:lnTo>
                    <a:cubicBezTo>
                      <a:pt x="462692" y="259732"/>
                      <a:pt x="468627" y="253806"/>
                      <a:pt x="470228" y="246281"/>
                    </a:cubicBezTo>
                    <a:lnTo>
                      <a:pt x="472677" y="234240"/>
                    </a:lnTo>
                    <a:cubicBezTo>
                      <a:pt x="473525" y="230383"/>
                      <a:pt x="472112" y="226338"/>
                      <a:pt x="469098" y="223893"/>
                    </a:cubicBezTo>
                    <a:cubicBezTo>
                      <a:pt x="457229" y="214016"/>
                      <a:pt x="446302" y="199529"/>
                      <a:pt x="439991" y="182503"/>
                    </a:cubicBezTo>
                    <a:cubicBezTo>
                      <a:pt x="434716" y="181563"/>
                      <a:pt x="429818" y="177894"/>
                      <a:pt x="426144" y="172720"/>
                    </a:cubicBezTo>
                    <a:cubicBezTo>
                      <a:pt x="433303" y="164725"/>
                      <a:pt x="438861" y="154754"/>
                      <a:pt x="441404" y="143278"/>
                    </a:cubicBezTo>
                    <a:cubicBezTo>
                      <a:pt x="444324" y="130485"/>
                      <a:pt x="443476" y="118068"/>
                      <a:pt x="439708" y="107438"/>
                    </a:cubicBezTo>
                    <a:cubicBezTo>
                      <a:pt x="447244" y="82699"/>
                      <a:pt x="464200" y="66049"/>
                      <a:pt x="500465" y="66049"/>
                    </a:cubicBezTo>
                    <a:close/>
                    <a:moveTo>
                      <a:pt x="107100" y="66049"/>
                    </a:moveTo>
                    <a:cubicBezTo>
                      <a:pt x="151561" y="66049"/>
                      <a:pt x="166820" y="90130"/>
                      <a:pt x="171341" y="123618"/>
                    </a:cubicBezTo>
                    <a:cubicBezTo>
                      <a:pt x="170965" y="129920"/>
                      <a:pt x="171436" y="136505"/>
                      <a:pt x="172849" y="143278"/>
                    </a:cubicBezTo>
                    <a:cubicBezTo>
                      <a:pt x="174921" y="152590"/>
                      <a:pt x="178971" y="161056"/>
                      <a:pt x="184246" y="168205"/>
                    </a:cubicBezTo>
                    <a:cubicBezTo>
                      <a:pt x="180573" y="175919"/>
                      <a:pt x="174356" y="181281"/>
                      <a:pt x="167574" y="182503"/>
                    </a:cubicBezTo>
                    <a:cubicBezTo>
                      <a:pt x="161263" y="199529"/>
                      <a:pt x="150336" y="214016"/>
                      <a:pt x="138468" y="223799"/>
                    </a:cubicBezTo>
                    <a:cubicBezTo>
                      <a:pt x="135453" y="226338"/>
                      <a:pt x="134040" y="230383"/>
                      <a:pt x="134794" y="234240"/>
                    </a:cubicBezTo>
                    <a:lnTo>
                      <a:pt x="137337" y="246281"/>
                    </a:lnTo>
                    <a:cubicBezTo>
                      <a:pt x="138939" y="253806"/>
                      <a:pt x="144873" y="259732"/>
                      <a:pt x="152408" y="261143"/>
                    </a:cubicBezTo>
                    <a:lnTo>
                      <a:pt x="165596" y="263777"/>
                    </a:lnTo>
                    <a:cubicBezTo>
                      <a:pt x="170494" y="264812"/>
                      <a:pt x="175203" y="266505"/>
                      <a:pt x="179442" y="268856"/>
                    </a:cubicBezTo>
                    <a:cubicBezTo>
                      <a:pt x="164088" y="277793"/>
                      <a:pt x="152126" y="292279"/>
                      <a:pt x="146662" y="310058"/>
                    </a:cubicBezTo>
                    <a:lnTo>
                      <a:pt x="123867" y="384088"/>
                    </a:lnTo>
                    <a:lnTo>
                      <a:pt x="27883" y="384088"/>
                    </a:lnTo>
                    <a:cubicBezTo>
                      <a:pt x="19499" y="384088"/>
                      <a:pt x="11587" y="380325"/>
                      <a:pt x="6312" y="373835"/>
                    </a:cubicBezTo>
                    <a:cubicBezTo>
                      <a:pt x="1037" y="367438"/>
                      <a:pt x="-1129" y="358972"/>
                      <a:pt x="566" y="350788"/>
                    </a:cubicBezTo>
                    <a:lnTo>
                      <a:pt x="10268" y="301968"/>
                    </a:lnTo>
                    <a:cubicBezTo>
                      <a:pt x="14130" y="282684"/>
                      <a:pt x="29202" y="267634"/>
                      <a:pt x="48606" y="263777"/>
                    </a:cubicBezTo>
                    <a:lnTo>
                      <a:pt x="61699" y="261237"/>
                    </a:lnTo>
                    <a:cubicBezTo>
                      <a:pt x="69328" y="259732"/>
                      <a:pt x="75263" y="253806"/>
                      <a:pt x="76770" y="246281"/>
                    </a:cubicBezTo>
                    <a:lnTo>
                      <a:pt x="79313" y="234240"/>
                    </a:lnTo>
                    <a:cubicBezTo>
                      <a:pt x="80067" y="230383"/>
                      <a:pt x="78654" y="226338"/>
                      <a:pt x="75639" y="223893"/>
                    </a:cubicBezTo>
                    <a:cubicBezTo>
                      <a:pt x="63771" y="214016"/>
                      <a:pt x="52939" y="199623"/>
                      <a:pt x="46628" y="182503"/>
                    </a:cubicBezTo>
                    <a:cubicBezTo>
                      <a:pt x="37867" y="180904"/>
                      <a:pt x="29861" y="172532"/>
                      <a:pt x="27318" y="160962"/>
                    </a:cubicBezTo>
                    <a:cubicBezTo>
                      <a:pt x="24115" y="146664"/>
                      <a:pt x="30426" y="133118"/>
                      <a:pt x="41447" y="130673"/>
                    </a:cubicBezTo>
                    <a:cubicBezTo>
                      <a:pt x="41541" y="130673"/>
                      <a:pt x="41729" y="130673"/>
                      <a:pt x="41824" y="130673"/>
                    </a:cubicBezTo>
                    <a:cubicBezTo>
                      <a:pt x="45403" y="93516"/>
                      <a:pt x="60192" y="66049"/>
                      <a:pt x="107100" y="66049"/>
                    </a:cubicBezTo>
                    <a:close/>
                    <a:moveTo>
                      <a:pt x="298626" y="0"/>
                    </a:moveTo>
                    <a:lnTo>
                      <a:pt x="315956" y="0"/>
                    </a:lnTo>
                    <a:cubicBezTo>
                      <a:pt x="363426" y="0"/>
                      <a:pt x="401854" y="38378"/>
                      <a:pt x="401854" y="85787"/>
                    </a:cubicBezTo>
                    <a:lnTo>
                      <a:pt x="401854" y="95476"/>
                    </a:lnTo>
                    <a:cubicBezTo>
                      <a:pt x="417301" y="99238"/>
                      <a:pt x="426154" y="118522"/>
                      <a:pt x="421633" y="138840"/>
                    </a:cubicBezTo>
                    <a:cubicBezTo>
                      <a:pt x="420880" y="142602"/>
                      <a:pt x="419467" y="146083"/>
                      <a:pt x="417960" y="149281"/>
                    </a:cubicBezTo>
                    <a:cubicBezTo>
                      <a:pt x="417677" y="149939"/>
                      <a:pt x="417395" y="150504"/>
                      <a:pt x="417112" y="151068"/>
                    </a:cubicBezTo>
                    <a:cubicBezTo>
                      <a:pt x="415417" y="154172"/>
                      <a:pt x="413533" y="157088"/>
                      <a:pt x="411273" y="159534"/>
                    </a:cubicBezTo>
                    <a:cubicBezTo>
                      <a:pt x="411179" y="159628"/>
                      <a:pt x="410990" y="159816"/>
                      <a:pt x="410896" y="159910"/>
                    </a:cubicBezTo>
                    <a:cubicBezTo>
                      <a:pt x="406092" y="165084"/>
                      <a:pt x="400159" y="168658"/>
                      <a:pt x="394037" y="169787"/>
                    </a:cubicBezTo>
                    <a:cubicBezTo>
                      <a:pt x="391494" y="176654"/>
                      <a:pt x="388385" y="183332"/>
                      <a:pt x="384900" y="189541"/>
                    </a:cubicBezTo>
                    <a:cubicBezTo>
                      <a:pt x="384806" y="189635"/>
                      <a:pt x="384806" y="189729"/>
                      <a:pt x="384712" y="189823"/>
                    </a:cubicBezTo>
                    <a:cubicBezTo>
                      <a:pt x="381227" y="196031"/>
                      <a:pt x="377460" y="201769"/>
                      <a:pt x="373316" y="207131"/>
                    </a:cubicBezTo>
                    <a:cubicBezTo>
                      <a:pt x="373127" y="207413"/>
                      <a:pt x="372939" y="207601"/>
                      <a:pt x="372750" y="207789"/>
                    </a:cubicBezTo>
                    <a:cubicBezTo>
                      <a:pt x="368700" y="213057"/>
                      <a:pt x="364368" y="217948"/>
                      <a:pt x="359847" y="222275"/>
                    </a:cubicBezTo>
                    <a:cubicBezTo>
                      <a:pt x="359658" y="222463"/>
                      <a:pt x="359376" y="222651"/>
                      <a:pt x="359188" y="222934"/>
                    </a:cubicBezTo>
                    <a:cubicBezTo>
                      <a:pt x="354667" y="227261"/>
                      <a:pt x="349957" y="231211"/>
                      <a:pt x="345154" y="234598"/>
                    </a:cubicBezTo>
                    <a:lnTo>
                      <a:pt x="345625" y="236855"/>
                    </a:lnTo>
                    <a:cubicBezTo>
                      <a:pt x="346567" y="236385"/>
                      <a:pt x="347603" y="235915"/>
                      <a:pt x="348639" y="235538"/>
                    </a:cubicBezTo>
                    <a:cubicBezTo>
                      <a:pt x="350899" y="234786"/>
                      <a:pt x="353065" y="234033"/>
                      <a:pt x="355514" y="234033"/>
                    </a:cubicBezTo>
                    <a:cubicBezTo>
                      <a:pt x="359470" y="234033"/>
                      <a:pt x="363238" y="235162"/>
                      <a:pt x="366628" y="237326"/>
                    </a:cubicBezTo>
                    <a:cubicBezTo>
                      <a:pt x="366628" y="237326"/>
                      <a:pt x="380756" y="246450"/>
                      <a:pt x="385371" y="249648"/>
                    </a:cubicBezTo>
                    <a:cubicBezTo>
                      <a:pt x="401854" y="261030"/>
                      <a:pt x="399876" y="279373"/>
                      <a:pt x="399876" y="279373"/>
                    </a:cubicBezTo>
                    <a:cubicBezTo>
                      <a:pt x="410990" y="279655"/>
                      <a:pt x="421822" y="283041"/>
                      <a:pt x="430016" y="289814"/>
                    </a:cubicBezTo>
                    <a:cubicBezTo>
                      <a:pt x="445180" y="302324"/>
                      <a:pt x="447535" y="313330"/>
                      <a:pt x="448382" y="316058"/>
                    </a:cubicBezTo>
                    <a:lnTo>
                      <a:pt x="481630" y="424515"/>
                    </a:lnTo>
                    <a:cubicBezTo>
                      <a:pt x="482855" y="428371"/>
                      <a:pt x="483608" y="432416"/>
                      <a:pt x="483891" y="436461"/>
                    </a:cubicBezTo>
                    <a:cubicBezTo>
                      <a:pt x="484644" y="448595"/>
                      <a:pt x="481159" y="460730"/>
                      <a:pt x="473718" y="470700"/>
                    </a:cubicBezTo>
                    <a:cubicBezTo>
                      <a:pt x="466372" y="480671"/>
                      <a:pt x="455823" y="487538"/>
                      <a:pt x="443956" y="490360"/>
                    </a:cubicBezTo>
                    <a:cubicBezTo>
                      <a:pt x="440000" y="491301"/>
                      <a:pt x="435950" y="491771"/>
                      <a:pt x="431805" y="491771"/>
                    </a:cubicBezTo>
                    <a:lnTo>
                      <a:pt x="325375" y="491771"/>
                    </a:lnTo>
                    <a:lnTo>
                      <a:pt x="337430" y="415296"/>
                    </a:lnTo>
                    <a:cubicBezTo>
                      <a:pt x="338749" y="406454"/>
                      <a:pt x="337807" y="397424"/>
                      <a:pt x="334605" y="389052"/>
                    </a:cubicBezTo>
                    <a:lnTo>
                      <a:pt x="323962" y="360927"/>
                    </a:lnTo>
                    <a:lnTo>
                      <a:pt x="337430" y="347476"/>
                    </a:lnTo>
                    <a:lnTo>
                      <a:pt x="307196" y="317281"/>
                    </a:lnTo>
                    <a:lnTo>
                      <a:pt x="276868" y="347476"/>
                    </a:lnTo>
                    <a:lnTo>
                      <a:pt x="290337" y="360927"/>
                    </a:lnTo>
                    <a:lnTo>
                      <a:pt x="279694" y="389052"/>
                    </a:lnTo>
                    <a:cubicBezTo>
                      <a:pt x="276586" y="397424"/>
                      <a:pt x="275644" y="406454"/>
                      <a:pt x="276963" y="415296"/>
                    </a:cubicBezTo>
                    <a:lnTo>
                      <a:pt x="288736" y="491771"/>
                    </a:lnTo>
                    <a:lnTo>
                      <a:pt x="182493" y="491771"/>
                    </a:lnTo>
                    <a:cubicBezTo>
                      <a:pt x="178443" y="491771"/>
                      <a:pt x="174299" y="491301"/>
                      <a:pt x="170437" y="490360"/>
                    </a:cubicBezTo>
                    <a:cubicBezTo>
                      <a:pt x="158570" y="487538"/>
                      <a:pt x="148021" y="480671"/>
                      <a:pt x="140675" y="470700"/>
                    </a:cubicBezTo>
                    <a:cubicBezTo>
                      <a:pt x="130785" y="457343"/>
                      <a:pt x="127865" y="440223"/>
                      <a:pt x="132669" y="424515"/>
                    </a:cubicBezTo>
                    <a:lnTo>
                      <a:pt x="166011" y="316058"/>
                    </a:lnTo>
                    <a:cubicBezTo>
                      <a:pt x="166858" y="313330"/>
                      <a:pt x="170908" y="300631"/>
                      <a:pt x="184377" y="289814"/>
                    </a:cubicBezTo>
                    <a:cubicBezTo>
                      <a:pt x="192666" y="283229"/>
                      <a:pt x="203403" y="279655"/>
                      <a:pt x="214517" y="279373"/>
                    </a:cubicBezTo>
                    <a:lnTo>
                      <a:pt x="214517" y="279279"/>
                    </a:lnTo>
                    <a:cubicBezTo>
                      <a:pt x="214140" y="273447"/>
                      <a:pt x="211880" y="260654"/>
                      <a:pt x="229022" y="249648"/>
                    </a:cubicBezTo>
                    <a:cubicBezTo>
                      <a:pt x="233731" y="246638"/>
                      <a:pt x="247765" y="237326"/>
                      <a:pt x="247765" y="237326"/>
                    </a:cubicBezTo>
                    <a:cubicBezTo>
                      <a:pt x="251061" y="235162"/>
                      <a:pt x="254923" y="234033"/>
                      <a:pt x="258879" y="234033"/>
                    </a:cubicBezTo>
                    <a:cubicBezTo>
                      <a:pt x="261328" y="234033"/>
                      <a:pt x="263494" y="234786"/>
                      <a:pt x="265754" y="235538"/>
                    </a:cubicBezTo>
                    <a:cubicBezTo>
                      <a:pt x="266790" y="236009"/>
                      <a:pt x="267826" y="236385"/>
                      <a:pt x="268768" y="236855"/>
                    </a:cubicBezTo>
                    <a:lnTo>
                      <a:pt x="269239" y="234598"/>
                    </a:lnTo>
                    <a:cubicBezTo>
                      <a:pt x="264436" y="231211"/>
                      <a:pt x="259726" y="227261"/>
                      <a:pt x="255205" y="222934"/>
                    </a:cubicBezTo>
                    <a:cubicBezTo>
                      <a:pt x="254923" y="222651"/>
                      <a:pt x="254735" y="222463"/>
                      <a:pt x="254546" y="222275"/>
                    </a:cubicBezTo>
                    <a:cubicBezTo>
                      <a:pt x="250025" y="217948"/>
                      <a:pt x="245693" y="213057"/>
                      <a:pt x="241548" y="207789"/>
                    </a:cubicBezTo>
                    <a:cubicBezTo>
                      <a:pt x="241454" y="207601"/>
                      <a:pt x="241266" y="207413"/>
                      <a:pt x="241077" y="207225"/>
                    </a:cubicBezTo>
                    <a:cubicBezTo>
                      <a:pt x="236933" y="201769"/>
                      <a:pt x="233072" y="196031"/>
                      <a:pt x="229681" y="189823"/>
                    </a:cubicBezTo>
                    <a:cubicBezTo>
                      <a:pt x="229587" y="189729"/>
                      <a:pt x="229587" y="189635"/>
                      <a:pt x="229493" y="189635"/>
                    </a:cubicBezTo>
                    <a:cubicBezTo>
                      <a:pt x="226008" y="183332"/>
                      <a:pt x="222899" y="176654"/>
                      <a:pt x="220356" y="169787"/>
                    </a:cubicBezTo>
                    <a:cubicBezTo>
                      <a:pt x="214140" y="168658"/>
                      <a:pt x="208301" y="165084"/>
                      <a:pt x="203497" y="159910"/>
                    </a:cubicBezTo>
                    <a:cubicBezTo>
                      <a:pt x="203309" y="159722"/>
                      <a:pt x="203214" y="159628"/>
                      <a:pt x="203120" y="159534"/>
                    </a:cubicBezTo>
                    <a:cubicBezTo>
                      <a:pt x="200860" y="157088"/>
                      <a:pt x="198976" y="154172"/>
                      <a:pt x="197281" y="151068"/>
                    </a:cubicBezTo>
                    <a:cubicBezTo>
                      <a:pt x="196998" y="150504"/>
                      <a:pt x="196716" y="149939"/>
                      <a:pt x="196433" y="149281"/>
                    </a:cubicBezTo>
                    <a:cubicBezTo>
                      <a:pt x="194832" y="146083"/>
                      <a:pt x="193513" y="142602"/>
                      <a:pt x="192666" y="138840"/>
                    </a:cubicBezTo>
                    <a:cubicBezTo>
                      <a:pt x="188145" y="118428"/>
                      <a:pt x="197092" y="99050"/>
                      <a:pt x="212727" y="95476"/>
                    </a:cubicBezTo>
                    <a:lnTo>
                      <a:pt x="212727" y="85787"/>
                    </a:lnTo>
                    <a:cubicBezTo>
                      <a:pt x="212727" y="38378"/>
                      <a:pt x="251155" y="0"/>
                      <a:pt x="29862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id-ID"/>
              </a:p>
            </p:txBody>
          </p:sp>
          <p:sp>
            <p:nvSpPr>
              <p:cNvPr id="14" name="Text3" descr="1ade4dcb-2824-48c6-b690-346265fda1bf"/>
              <p:cNvSpPr/>
              <p:nvPr/>
            </p:nvSpPr>
            <p:spPr bwMode="auto">
              <a:xfrm>
                <a:off x="6804291" y="4164466"/>
                <a:ext cx="4716197" cy="841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Bef>
                    <a:spcPct val="0"/>
                  </a:spcBef>
                  <a:buFont typeface="Arial" panose="020B0604020202090204" pitchFamily="34" charset="0"/>
                  <a:buChar char="•"/>
                </a:pPr>
                <a:r>
                  <a:rPr lang="zh-CN" altLang="en-US" sz="1200" dirty="0"/>
                  <a:t>部分功能需要依赖Python环境及其他系统组件。</a:t>
                </a:r>
                <a:endParaRPr lang="en-US" dirty="0"/>
              </a:p>
            </p:txBody>
          </p:sp>
        </p:grpSp>
        <p:grpSp>
          <p:nvGrpSpPr>
            <p:cNvPr id="24" name="组合 23" descr="e7bdfd31-c40a-49db-9f07-aa78a08c61b8"/>
            <p:cNvGrpSpPr/>
            <p:nvPr/>
          </p:nvGrpSpPr>
          <p:grpSpPr>
            <a:xfrm>
              <a:off x="673099" y="5129958"/>
              <a:ext cx="10845802" cy="905989"/>
              <a:chOff x="673099" y="5129958"/>
              <a:chExt cx="10845802" cy="905989"/>
            </a:xfrm>
          </p:grpSpPr>
          <p:sp>
            <p:nvSpPr>
              <p:cNvPr id="3" name="Text4" descr="fd7ec412-366e-4884-a61c-e69a6041e6dc"/>
              <p:cNvSpPr/>
              <p:nvPr/>
            </p:nvSpPr>
            <p:spPr bwMode="auto">
              <a:xfrm>
                <a:off x="8572502" y="5194172"/>
                <a:ext cx="2946399" cy="841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indent="-171450">
                  <a:lnSpc>
                    <a:spcPct val="120000"/>
                  </a:lnSpc>
                  <a:spcBef>
                    <a:spcPct val="0"/>
                  </a:spcBef>
                  <a:buFont typeface="Arial" panose="020B0604020202090204" pitchFamily="34" charset="0"/>
                  <a:buChar char="•"/>
                </a:pPr>
                <a:r>
                  <a:rPr lang="zh-CN" altLang="en-US" sz="1200" dirty="0"/>
                  <a:t>提供详细的不合规项修复建议，方便用户调整配置。</a:t>
                </a:r>
                <a:endParaRPr lang="en-US" dirty="0"/>
              </a:p>
            </p:txBody>
          </p:sp>
          <p:sp>
            <p:nvSpPr>
              <p:cNvPr id="11" name="Bullet4" descr="4982b477-d240-490d-849d-74b1fc5e9aaf"/>
              <p:cNvSpPr/>
              <p:nvPr/>
            </p:nvSpPr>
            <p:spPr bwMode="auto">
              <a:xfrm>
                <a:off x="673099" y="5129958"/>
                <a:ext cx="7734300" cy="890588"/>
              </a:xfrm>
              <a:prstGeom prst="homePlate">
                <a:avLst/>
              </a:prstGeom>
              <a:noFill/>
              <a:ln w="38100" cap="flat">
                <a:solidFill>
                  <a:schemeClr val="tx2">
                    <a:alpha val="8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zh-CN" altLang="en-US" b="1" dirty="0"/>
                  <a:t>修复建议提供</a:t>
                </a:r>
                <a:endParaRPr lang="en-US" dirty="0"/>
              </a:p>
            </p:txBody>
          </p:sp>
          <p:sp>
            <p:nvSpPr>
              <p:cNvPr id="12" name="Icon4" descr="4bfe8516-cdbd-455d-9c37-a0e8dde154ac"/>
              <p:cNvSpPr/>
              <p:nvPr/>
            </p:nvSpPr>
            <p:spPr bwMode="auto">
              <a:xfrm>
                <a:off x="7470140" y="5386580"/>
                <a:ext cx="479356" cy="461010"/>
              </a:xfrm>
              <a:custGeom>
                <a:avLst/>
                <a:gdLst>
                  <a:gd name="connsiteX0" fmla="*/ 61288 w 609549"/>
                  <a:gd name="connsiteY0" fmla="*/ 383285 h 586216"/>
                  <a:gd name="connsiteX1" fmla="*/ 71162 w 609549"/>
                  <a:gd name="connsiteY1" fmla="*/ 387101 h 586216"/>
                  <a:gd name="connsiteX2" fmla="*/ 120018 w 609549"/>
                  <a:gd name="connsiteY2" fmla="*/ 435892 h 586216"/>
                  <a:gd name="connsiteX3" fmla="*/ 120018 w 609549"/>
                  <a:gd name="connsiteY3" fmla="*/ 454200 h 586216"/>
                  <a:gd name="connsiteX4" fmla="*/ 56639 w 609549"/>
                  <a:gd name="connsiteY4" fmla="*/ 517543 h 586216"/>
                  <a:gd name="connsiteX5" fmla="*/ 35592 w 609549"/>
                  <a:gd name="connsiteY5" fmla="*/ 513644 h 586216"/>
                  <a:gd name="connsiteX6" fmla="*/ 51877 w 609549"/>
                  <a:gd name="connsiteY6" fmla="*/ 388099 h 586216"/>
                  <a:gd name="connsiteX7" fmla="*/ 61288 w 609549"/>
                  <a:gd name="connsiteY7" fmla="*/ 383285 h 586216"/>
                  <a:gd name="connsiteX8" fmla="*/ 235245 w 609549"/>
                  <a:gd name="connsiteY8" fmla="*/ 302810 h 586216"/>
                  <a:gd name="connsiteX9" fmla="*/ 306042 w 609549"/>
                  <a:gd name="connsiteY9" fmla="*/ 373466 h 586216"/>
                  <a:gd name="connsiteX10" fmla="*/ 258717 w 609549"/>
                  <a:gd name="connsiteY10" fmla="*/ 420680 h 586216"/>
                  <a:gd name="connsiteX11" fmla="*/ 230246 w 609549"/>
                  <a:gd name="connsiteY11" fmla="*/ 550152 h 586216"/>
                  <a:gd name="connsiteX12" fmla="*/ 92223 w 609549"/>
                  <a:gd name="connsiteY12" fmla="*/ 575305 h 586216"/>
                  <a:gd name="connsiteX13" fmla="*/ 88748 w 609549"/>
                  <a:gd name="connsiteY13" fmla="*/ 556143 h 586216"/>
                  <a:gd name="connsiteX14" fmla="*/ 165115 w 609549"/>
                  <a:gd name="connsiteY14" fmla="*/ 479877 h 586216"/>
                  <a:gd name="connsiteX15" fmla="*/ 165115 w 609549"/>
                  <a:gd name="connsiteY15" fmla="*/ 446308 h 586216"/>
                  <a:gd name="connsiteX16" fmla="*/ 88700 w 609549"/>
                  <a:gd name="connsiteY16" fmla="*/ 369995 h 586216"/>
                  <a:gd name="connsiteX17" fmla="*/ 92128 w 609549"/>
                  <a:gd name="connsiteY17" fmla="*/ 350976 h 586216"/>
                  <a:gd name="connsiteX18" fmla="*/ 189111 w 609549"/>
                  <a:gd name="connsiteY18" fmla="*/ 348884 h 586216"/>
                  <a:gd name="connsiteX19" fmla="*/ 257958 w 609549"/>
                  <a:gd name="connsiteY19" fmla="*/ 161679 h 586216"/>
                  <a:gd name="connsiteX20" fmla="*/ 317251 w 609549"/>
                  <a:gd name="connsiteY20" fmla="*/ 220879 h 586216"/>
                  <a:gd name="connsiteX21" fmla="*/ 388070 w 609549"/>
                  <a:gd name="connsiteY21" fmla="*/ 291586 h 586216"/>
                  <a:gd name="connsiteX22" fmla="*/ 604906 w 609549"/>
                  <a:gd name="connsiteY22" fmla="*/ 508130 h 586216"/>
                  <a:gd name="connsiteX23" fmla="*/ 604906 w 609549"/>
                  <a:gd name="connsiteY23" fmla="*/ 530526 h 586216"/>
                  <a:gd name="connsiteX24" fmla="*/ 556567 w 609549"/>
                  <a:gd name="connsiteY24" fmla="*/ 578789 h 586216"/>
                  <a:gd name="connsiteX25" fmla="*/ 545327 w 609549"/>
                  <a:gd name="connsiteY25" fmla="*/ 583449 h 586216"/>
                  <a:gd name="connsiteX26" fmla="*/ 534135 w 609549"/>
                  <a:gd name="connsiteY26" fmla="*/ 578789 h 586216"/>
                  <a:gd name="connsiteX27" fmla="*/ 317251 w 609549"/>
                  <a:gd name="connsiteY27" fmla="*/ 362293 h 586216"/>
                  <a:gd name="connsiteX28" fmla="*/ 246481 w 609549"/>
                  <a:gd name="connsiteY28" fmla="*/ 291586 h 586216"/>
                  <a:gd name="connsiteX29" fmla="*/ 187140 w 609549"/>
                  <a:gd name="connsiteY29" fmla="*/ 232339 h 586216"/>
                  <a:gd name="connsiteX30" fmla="*/ 58606 w 609549"/>
                  <a:gd name="connsiteY30" fmla="*/ 160814 h 586216"/>
                  <a:gd name="connsiteX31" fmla="*/ 126401 w 609549"/>
                  <a:gd name="connsiteY31" fmla="*/ 228498 h 586216"/>
                  <a:gd name="connsiteX32" fmla="*/ 111975 w 609549"/>
                  <a:gd name="connsiteY32" fmla="*/ 242899 h 586216"/>
                  <a:gd name="connsiteX33" fmla="*/ 119307 w 609549"/>
                  <a:gd name="connsiteY33" fmla="*/ 250219 h 586216"/>
                  <a:gd name="connsiteX34" fmla="*/ 119307 w 609549"/>
                  <a:gd name="connsiteY34" fmla="*/ 277692 h 586216"/>
                  <a:gd name="connsiteX35" fmla="*/ 115641 w 609549"/>
                  <a:gd name="connsiteY35" fmla="*/ 281352 h 586216"/>
                  <a:gd name="connsiteX36" fmla="*/ 88123 w 609549"/>
                  <a:gd name="connsiteY36" fmla="*/ 281352 h 586216"/>
                  <a:gd name="connsiteX37" fmla="*/ 5712 w 609549"/>
                  <a:gd name="connsiteY37" fmla="*/ 199029 h 586216"/>
                  <a:gd name="connsiteX38" fmla="*/ 5712 w 609549"/>
                  <a:gd name="connsiteY38" fmla="*/ 171604 h 586216"/>
                  <a:gd name="connsiteX39" fmla="*/ 9378 w 609549"/>
                  <a:gd name="connsiteY39" fmla="*/ 167944 h 586216"/>
                  <a:gd name="connsiteX40" fmla="*/ 36849 w 609549"/>
                  <a:gd name="connsiteY40" fmla="*/ 167944 h 586216"/>
                  <a:gd name="connsiteX41" fmla="*/ 44180 w 609549"/>
                  <a:gd name="connsiteY41" fmla="*/ 175264 h 586216"/>
                  <a:gd name="connsiteX42" fmla="*/ 585775 w 609549"/>
                  <a:gd name="connsiteY42" fmla="*/ 66370 h 586216"/>
                  <a:gd name="connsiteX43" fmla="*/ 595263 w 609549"/>
                  <a:gd name="connsiteY43" fmla="*/ 73839 h 586216"/>
                  <a:gd name="connsiteX44" fmla="*/ 578978 w 609549"/>
                  <a:gd name="connsiteY44" fmla="*/ 199341 h 586216"/>
                  <a:gd name="connsiteX45" fmla="*/ 559693 w 609549"/>
                  <a:gd name="connsiteY45" fmla="*/ 200387 h 586216"/>
                  <a:gd name="connsiteX46" fmla="*/ 510789 w 609549"/>
                  <a:gd name="connsiteY46" fmla="*/ 151612 h 586216"/>
                  <a:gd name="connsiteX47" fmla="*/ 510789 w 609549"/>
                  <a:gd name="connsiteY47" fmla="*/ 133262 h 586216"/>
                  <a:gd name="connsiteX48" fmla="*/ 574216 w 609549"/>
                  <a:gd name="connsiteY48" fmla="*/ 69988 h 586216"/>
                  <a:gd name="connsiteX49" fmla="*/ 585775 w 609549"/>
                  <a:gd name="connsiteY49" fmla="*/ 66370 h 586216"/>
                  <a:gd name="connsiteX50" fmla="*/ 158702 w 609549"/>
                  <a:gd name="connsiteY50" fmla="*/ 26758 h 586216"/>
                  <a:gd name="connsiteX51" fmla="*/ 172463 w 609549"/>
                  <a:gd name="connsiteY51" fmla="*/ 32464 h 586216"/>
                  <a:gd name="connsiteX52" fmla="*/ 179701 w 609549"/>
                  <a:gd name="connsiteY52" fmla="*/ 39691 h 586216"/>
                  <a:gd name="connsiteX53" fmla="*/ 246935 w 609549"/>
                  <a:gd name="connsiteY53" fmla="*/ 106831 h 586216"/>
                  <a:gd name="connsiteX54" fmla="*/ 254886 w 609549"/>
                  <a:gd name="connsiteY54" fmla="*/ 114819 h 586216"/>
                  <a:gd name="connsiteX55" fmla="*/ 257600 w 609549"/>
                  <a:gd name="connsiteY55" fmla="*/ 138879 h 586216"/>
                  <a:gd name="connsiteX56" fmla="*/ 254886 w 609549"/>
                  <a:gd name="connsiteY56" fmla="*/ 142255 h 586216"/>
                  <a:gd name="connsiteX57" fmla="*/ 252315 w 609549"/>
                  <a:gd name="connsiteY57" fmla="*/ 144823 h 586216"/>
                  <a:gd name="connsiteX58" fmla="*/ 246696 w 609549"/>
                  <a:gd name="connsiteY58" fmla="*/ 150434 h 586216"/>
                  <a:gd name="connsiteX59" fmla="*/ 175892 w 609549"/>
                  <a:gd name="connsiteY59" fmla="*/ 221140 h 586216"/>
                  <a:gd name="connsiteX60" fmla="*/ 172463 w 609549"/>
                  <a:gd name="connsiteY60" fmla="*/ 224611 h 586216"/>
                  <a:gd name="connsiteX61" fmla="*/ 170130 w 609549"/>
                  <a:gd name="connsiteY61" fmla="*/ 226560 h 586216"/>
                  <a:gd name="connsiteX62" fmla="*/ 162274 w 609549"/>
                  <a:gd name="connsiteY62" fmla="*/ 229936 h 586216"/>
                  <a:gd name="connsiteX63" fmla="*/ 158702 w 609549"/>
                  <a:gd name="connsiteY63" fmla="*/ 230269 h 586216"/>
                  <a:gd name="connsiteX64" fmla="*/ 144942 w 609549"/>
                  <a:gd name="connsiteY64" fmla="*/ 224611 h 586216"/>
                  <a:gd name="connsiteX65" fmla="*/ 137609 w 609549"/>
                  <a:gd name="connsiteY65" fmla="*/ 217288 h 586216"/>
                  <a:gd name="connsiteX66" fmla="*/ 69804 w 609549"/>
                  <a:gd name="connsiteY66" fmla="*/ 149578 h 586216"/>
                  <a:gd name="connsiteX67" fmla="*/ 62519 w 609549"/>
                  <a:gd name="connsiteY67" fmla="*/ 142255 h 586216"/>
                  <a:gd name="connsiteX68" fmla="*/ 62519 w 609549"/>
                  <a:gd name="connsiteY68" fmla="*/ 114819 h 586216"/>
                  <a:gd name="connsiteX69" fmla="*/ 144942 w 609549"/>
                  <a:gd name="connsiteY69" fmla="*/ 32464 h 586216"/>
                  <a:gd name="connsiteX70" fmla="*/ 158702 w 609549"/>
                  <a:gd name="connsiteY70" fmla="*/ 26758 h 586216"/>
                  <a:gd name="connsiteX71" fmla="*/ 254809 w 609549"/>
                  <a:gd name="connsiteY71" fmla="*/ 6542 h 586216"/>
                  <a:gd name="connsiteX72" fmla="*/ 321015 w 609549"/>
                  <a:gd name="connsiteY72" fmla="*/ 29913 h 586216"/>
                  <a:gd name="connsiteX73" fmla="*/ 260017 w 609549"/>
                  <a:gd name="connsiteY73" fmla="*/ 97465 h 586216"/>
                  <a:gd name="connsiteX74" fmla="*/ 193067 w 609549"/>
                  <a:gd name="connsiteY74" fmla="*/ 30626 h 586216"/>
                  <a:gd name="connsiteX75" fmla="*/ 254809 w 609549"/>
                  <a:gd name="connsiteY75" fmla="*/ 6542 h 586216"/>
                  <a:gd name="connsiteX76" fmla="*/ 503105 w 609549"/>
                  <a:gd name="connsiteY76" fmla="*/ 953 h 586216"/>
                  <a:gd name="connsiteX77" fmla="*/ 538560 w 609549"/>
                  <a:gd name="connsiteY77" fmla="*/ 10911 h 586216"/>
                  <a:gd name="connsiteX78" fmla="*/ 542083 w 609549"/>
                  <a:gd name="connsiteY78" fmla="*/ 30073 h 586216"/>
                  <a:gd name="connsiteX79" fmla="*/ 465709 w 609549"/>
                  <a:gd name="connsiteY79" fmla="*/ 106341 h 586216"/>
                  <a:gd name="connsiteX80" fmla="*/ 465709 w 609549"/>
                  <a:gd name="connsiteY80" fmla="*/ 139911 h 586216"/>
                  <a:gd name="connsiteX81" fmla="*/ 542131 w 609549"/>
                  <a:gd name="connsiteY81" fmla="*/ 216227 h 586216"/>
                  <a:gd name="connsiteX82" fmla="*/ 538655 w 609549"/>
                  <a:gd name="connsiteY82" fmla="*/ 235246 h 586216"/>
                  <a:gd name="connsiteX83" fmla="*/ 442187 w 609549"/>
                  <a:gd name="connsiteY83" fmla="*/ 237528 h 586216"/>
                  <a:gd name="connsiteX84" fmla="*/ 399238 w 609549"/>
                  <a:gd name="connsiteY84" fmla="*/ 280370 h 586216"/>
                  <a:gd name="connsiteX85" fmla="*/ 328482 w 609549"/>
                  <a:gd name="connsiteY85" fmla="*/ 209712 h 586216"/>
                  <a:gd name="connsiteX86" fmla="*/ 372240 w 609549"/>
                  <a:gd name="connsiteY86" fmla="*/ 166015 h 586216"/>
                  <a:gd name="connsiteX87" fmla="*/ 400571 w 609549"/>
                  <a:gd name="connsiteY87" fmla="*/ 36064 h 586216"/>
                  <a:gd name="connsiteX88" fmla="*/ 503105 w 609549"/>
                  <a:gd name="connsiteY88" fmla="*/ 953 h 586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</a:cxnLst>
                <a:rect l="l" t="t" r="r" b="b"/>
                <a:pathLst>
                  <a:path w="609549" h="586216">
                    <a:moveTo>
                      <a:pt x="61288" y="383285"/>
                    </a:moveTo>
                    <a:cubicBezTo>
                      <a:pt x="64829" y="383106"/>
                      <a:pt x="68448" y="384367"/>
                      <a:pt x="71162" y="387101"/>
                    </a:cubicBezTo>
                    <a:lnTo>
                      <a:pt x="120018" y="435892"/>
                    </a:lnTo>
                    <a:cubicBezTo>
                      <a:pt x="125113" y="440933"/>
                      <a:pt x="125113" y="449160"/>
                      <a:pt x="120018" y="454200"/>
                    </a:cubicBezTo>
                    <a:lnTo>
                      <a:pt x="56639" y="517543"/>
                    </a:lnTo>
                    <a:cubicBezTo>
                      <a:pt x="50211" y="523963"/>
                      <a:pt x="39211" y="522013"/>
                      <a:pt x="35592" y="513644"/>
                    </a:cubicBezTo>
                    <a:cubicBezTo>
                      <a:pt x="17783" y="472794"/>
                      <a:pt x="23211" y="424288"/>
                      <a:pt x="51877" y="388099"/>
                    </a:cubicBezTo>
                    <a:cubicBezTo>
                      <a:pt x="54282" y="385079"/>
                      <a:pt x="57746" y="383463"/>
                      <a:pt x="61288" y="383285"/>
                    </a:cubicBezTo>
                    <a:close/>
                    <a:moveTo>
                      <a:pt x="235245" y="302810"/>
                    </a:moveTo>
                    <a:lnTo>
                      <a:pt x="306042" y="373466"/>
                    </a:lnTo>
                    <a:lnTo>
                      <a:pt x="258717" y="420680"/>
                    </a:lnTo>
                    <a:cubicBezTo>
                      <a:pt x="274667" y="464329"/>
                      <a:pt x="265192" y="515300"/>
                      <a:pt x="230246" y="550152"/>
                    </a:cubicBezTo>
                    <a:cubicBezTo>
                      <a:pt x="192919" y="587430"/>
                      <a:pt x="137644" y="595798"/>
                      <a:pt x="92223" y="575305"/>
                    </a:cubicBezTo>
                    <a:cubicBezTo>
                      <a:pt x="84701" y="571882"/>
                      <a:pt x="82892" y="561992"/>
                      <a:pt x="88748" y="556143"/>
                    </a:cubicBezTo>
                    <a:lnTo>
                      <a:pt x="165115" y="479877"/>
                    </a:lnTo>
                    <a:cubicBezTo>
                      <a:pt x="174399" y="470605"/>
                      <a:pt x="174399" y="455580"/>
                      <a:pt x="165115" y="446308"/>
                    </a:cubicBezTo>
                    <a:lnTo>
                      <a:pt x="88700" y="369995"/>
                    </a:lnTo>
                    <a:cubicBezTo>
                      <a:pt x="82844" y="364194"/>
                      <a:pt x="84653" y="354399"/>
                      <a:pt x="92128" y="350976"/>
                    </a:cubicBezTo>
                    <a:cubicBezTo>
                      <a:pt x="122789" y="337092"/>
                      <a:pt x="157973" y="336379"/>
                      <a:pt x="189111" y="348884"/>
                    </a:cubicBezTo>
                    <a:close/>
                    <a:moveTo>
                      <a:pt x="257958" y="161679"/>
                    </a:moveTo>
                    <a:lnTo>
                      <a:pt x="317251" y="220879"/>
                    </a:lnTo>
                    <a:lnTo>
                      <a:pt x="388070" y="291586"/>
                    </a:lnTo>
                    <a:lnTo>
                      <a:pt x="604906" y="508130"/>
                    </a:lnTo>
                    <a:cubicBezTo>
                      <a:pt x="611097" y="514311"/>
                      <a:pt x="611097" y="524344"/>
                      <a:pt x="604906" y="530526"/>
                    </a:cubicBezTo>
                    <a:lnTo>
                      <a:pt x="556567" y="578789"/>
                    </a:lnTo>
                    <a:cubicBezTo>
                      <a:pt x="553471" y="581880"/>
                      <a:pt x="549423" y="583449"/>
                      <a:pt x="545327" y="583449"/>
                    </a:cubicBezTo>
                    <a:cubicBezTo>
                      <a:pt x="541279" y="583449"/>
                      <a:pt x="537231" y="581880"/>
                      <a:pt x="534135" y="578789"/>
                    </a:cubicBezTo>
                    <a:lnTo>
                      <a:pt x="317251" y="362293"/>
                    </a:lnTo>
                    <a:lnTo>
                      <a:pt x="246481" y="291586"/>
                    </a:lnTo>
                    <a:lnTo>
                      <a:pt x="187140" y="232339"/>
                    </a:lnTo>
                    <a:close/>
                    <a:moveTo>
                      <a:pt x="58606" y="160814"/>
                    </a:moveTo>
                    <a:lnTo>
                      <a:pt x="126401" y="228498"/>
                    </a:lnTo>
                    <a:lnTo>
                      <a:pt x="111975" y="242899"/>
                    </a:lnTo>
                    <a:lnTo>
                      <a:pt x="119307" y="250219"/>
                    </a:lnTo>
                    <a:cubicBezTo>
                      <a:pt x="126877" y="257824"/>
                      <a:pt x="126877" y="270087"/>
                      <a:pt x="119307" y="277692"/>
                    </a:cubicBezTo>
                    <a:lnTo>
                      <a:pt x="115641" y="281352"/>
                    </a:lnTo>
                    <a:cubicBezTo>
                      <a:pt x="108024" y="288909"/>
                      <a:pt x="95741" y="288909"/>
                      <a:pt x="88123" y="281352"/>
                    </a:cubicBezTo>
                    <a:lnTo>
                      <a:pt x="5712" y="199029"/>
                    </a:lnTo>
                    <a:cubicBezTo>
                      <a:pt x="-1905" y="191424"/>
                      <a:pt x="-1905" y="179161"/>
                      <a:pt x="5712" y="171604"/>
                    </a:cubicBezTo>
                    <a:lnTo>
                      <a:pt x="9378" y="167944"/>
                    </a:lnTo>
                    <a:cubicBezTo>
                      <a:pt x="16948" y="160339"/>
                      <a:pt x="29231" y="160339"/>
                      <a:pt x="36849" y="167944"/>
                    </a:cubicBezTo>
                    <a:lnTo>
                      <a:pt x="44180" y="175264"/>
                    </a:lnTo>
                    <a:close/>
                    <a:moveTo>
                      <a:pt x="585775" y="66370"/>
                    </a:moveTo>
                    <a:cubicBezTo>
                      <a:pt x="589775" y="67101"/>
                      <a:pt x="593430" y="69680"/>
                      <a:pt x="595263" y="73839"/>
                    </a:cubicBezTo>
                    <a:cubicBezTo>
                      <a:pt x="613072" y="114675"/>
                      <a:pt x="607644" y="163212"/>
                      <a:pt x="578978" y="199341"/>
                    </a:cubicBezTo>
                    <a:cubicBezTo>
                      <a:pt x="574168" y="205379"/>
                      <a:pt x="565121" y="205854"/>
                      <a:pt x="559693" y="200387"/>
                    </a:cubicBezTo>
                    <a:lnTo>
                      <a:pt x="510789" y="151612"/>
                    </a:lnTo>
                    <a:cubicBezTo>
                      <a:pt x="505742" y="146526"/>
                      <a:pt x="505742" y="138349"/>
                      <a:pt x="510789" y="133262"/>
                    </a:cubicBezTo>
                    <a:lnTo>
                      <a:pt x="574216" y="69988"/>
                    </a:lnTo>
                    <a:cubicBezTo>
                      <a:pt x="577430" y="66756"/>
                      <a:pt x="581775" y="65639"/>
                      <a:pt x="585775" y="66370"/>
                    </a:cubicBezTo>
                    <a:close/>
                    <a:moveTo>
                      <a:pt x="158702" y="26758"/>
                    </a:moveTo>
                    <a:cubicBezTo>
                      <a:pt x="163655" y="26758"/>
                      <a:pt x="168654" y="28660"/>
                      <a:pt x="172463" y="32464"/>
                    </a:cubicBezTo>
                    <a:lnTo>
                      <a:pt x="179701" y="39691"/>
                    </a:lnTo>
                    <a:lnTo>
                      <a:pt x="246935" y="106831"/>
                    </a:lnTo>
                    <a:lnTo>
                      <a:pt x="254886" y="114819"/>
                    </a:lnTo>
                    <a:cubicBezTo>
                      <a:pt x="261457" y="121334"/>
                      <a:pt x="262362" y="131414"/>
                      <a:pt x="257600" y="138879"/>
                    </a:cubicBezTo>
                    <a:cubicBezTo>
                      <a:pt x="256839" y="140068"/>
                      <a:pt x="255934" y="141209"/>
                      <a:pt x="254886" y="142255"/>
                    </a:cubicBezTo>
                    <a:lnTo>
                      <a:pt x="252315" y="144823"/>
                    </a:lnTo>
                    <a:lnTo>
                      <a:pt x="246696" y="150434"/>
                    </a:lnTo>
                    <a:lnTo>
                      <a:pt x="175892" y="221140"/>
                    </a:lnTo>
                    <a:lnTo>
                      <a:pt x="172463" y="224611"/>
                    </a:lnTo>
                    <a:cubicBezTo>
                      <a:pt x="171702" y="225324"/>
                      <a:pt x="170940" y="225990"/>
                      <a:pt x="170130" y="226560"/>
                    </a:cubicBezTo>
                    <a:cubicBezTo>
                      <a:pt x="167749" y="228319"/>
                      <a:pt x="165083" y="229413"/>
                      <a:pt x="162274" y="229936"/>
                    </a:cubicBezTo>
                    <a:cubicBezTo>
                      <a:pt x="161083" y="230174"/>
                      <a:pt x="159893" y="230269"/>
                      <a:pt x="158702" y="230269"/>
                    </a:cubicBezTo>
                    <a:cubicBezTo>
                      <a:pt x="153703" y="230269"/>
                      <a:pt x="148751" y="228367"/>
                      <a:pt x="144942" y="224611"/>
                    </a:cubicBezTo>
                    <a:lnTo>
                      <a:pt x="137609" y="217288"/>
                    </a:lnTo>
                    <a:lnTo>
                      <a:pt x="69804" y="149578"/>
                    </a:lnTo>
                    <a:lnTo>
                      <a:pt x="62519" y="142255"/>
                    </a:lnTo>
                    <a:cubicBezTo>
                      <a:pt x="54900" y="134647"/>
                      <a:pt x="54900" y="122380"/>
                      <a:pt x="62519" y="114819"/>
                    </a:cubicBezTo>
                    <a:lnTo>
                      <a:pt x="144942" y="32464"/>
                    </a:lnTo>
                    <a:cubicBezTo>
                      <a:pt x="148751" y="28660"/>
                      <a:pt x="153750" y="26758"/>
                      <a:pt x="158702" y="26758"/>
                    </a:cubicBezTo>
                    <a:close/>
                    <a:moveTo>
                      <a:pt x="254809" y="6542"/>
                    </a:moveTo>
                    <a:cubicBezTo>
                      <a:pt x="277279" y="4029"/>
                      <a:pt x="300492" y="9424"/>
                      <a:pt x="321015" y="29913"/>
                    </a:cubicBezTo>
                    <a:cubicBezTo>
                      <a:pt x="380347" y="89193"/>
                      <a:pt x="337205" y="46124"/>
                      <a:pt x="260017" y="97465"/>
                    </a:cubicBezTo>
                    <a:lnTo>
                      <a:pt x="193067" y="30626"/>
                    </a:lnTo>
                    <a:cubicBezTo>
                      <a:pt x="210614" y="19479"/>
                      <a:pt x="232340" y="9056"/>
                      <a:pt x="254809" y="6542"/>
                    </a:cubicBezTo>
                    <a:close/>
                    <a:moveTo>
                      <a:pt x="503105" y="953"/>
                    </a:moveTo>
                    <a:cubicBezTo>
                      <a:pt x="515252" y="2468"/>
                      <a:pt x="527216" y="5788"/>
                      <a:pt x="538560" y="10911"/>
                    </a:cubicBezTo>
                    <a:cubicBezTo>
                      <a:pt x="546131" y="14334"/>
                      <a:pt x="547940" y="24224"/>
                      <a:pt x="542083" y="30073"/>
                    </a:cubicBezTo>
                    <a:lnTo>
                      <a:pt x="465709" y="106341"/>
                    </a:lnTo>
                    <a:cubicBezTo>
                      <a:pt x="456424" y="115613"/>
                      <a:pt x="456424" y="130639"/>
                      <a:pt x="465709" y="139911"/>
                    </a:cubicBezTo>
                    <a:lnTo>
                      <a:pt x="542131" y="216227"/>
                    </a:lnTo>
                    <a:cubicBezTo>
                      <a:pt x="547940" y="222028"/>
                      <a:pt x="546178" y="231823"/>
                      <a:pt x="538655" y="235246"/>
                    </a:cubicBezTo>
                    <a:cubicBezTo>
                      <a:pt x="508181" y="249035"/>
                      <a:pt x="473184" y="249844"/>
                      <a:pt x="442187" y="237528"/>
                    </a:cubicBezTo>
                    <a:lnTo>
                      <a:pt x="399238" y="280370"/>
                    </a:lnTo>
                    <a:lnTo>
                      <a:pt x="328482" y="209712"/>
                    </a:lnTo>
                    <a:lnTo>
                      <a:pt x="372240" y="166015"/>
                    </a:lnTo>
                    <a:cubicBezTo>
                      <a:pt x="356051" y="122270"/>
                      <a:pt x="365527" y="71060"/>
                      <a:pt x="400571" y="36064"/>
                    </a:cubicBezTo>
                    <a:cubicBezTo>
                      <a:pt x="428569" y="8106"/>
                      <a:pt x="466664" y="-3592"/>
                      <a:pt x="503105" y="953"/>
                    </a:cubicBez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txBody>
              <a:bodyPr/>
              <a:lstStyle/>
              <a:p>
                <a:endParaRPr lang="zh-CN" altLang="en-US"/>
              </a:p>
            </p:txBody>
          </p:sp>
        </p:grpSp>
        <p:sp>
          <p:nvSpPr>
            <p:cNvPr id="15" name="Title" descr="0cbf9bb0-2d3d-4a7f-9f43-f78c0b37f0c0"/>
            <p:cNvSpPr txBox="1"/>
            <p:nvPr/>
          </p:nvSpPr>
          <p:spPr>
            <a:xfrm>
              <a:off x="673098" y="1130300"/>
              <a:ext cx="10845803" cy="882735"/>
            </a:xfrm>
            <a:prstGeom prst="rect">
              <a:avLst/>
            </a:prstGeom>
            <a:noFill/>
          </p:spPr>
          <p:txBody>
            <a:bodyPr vert="horz" wrap="square" rtlCol="0" anchor="t" anchorCtr="0">
              <a:normAutofit/>
            </a:bodyPr>
            <a:lstStyle/>
            <a:p>
              <a:r>
                <a:rPr lang="zh-CN" altLang="en-US" sz="2400" b="1" dirty="0"/>
                <a:t>明确工具的检测能力</a:t>
              </a:r>
              <a:endParaRPr lang="en-US" dirty="0"/>
            </a:p>
          </p:txBody>
        </p: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2cc2a94b-6b45-4990-8a0b-6210fa78cc8d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使用方法</a:t>
            </a:r>
            <a:endParaRPr lang="en-US" dirty="0"/>
          </a:p>
        </p:txBody>
      </p:sp>
      <p:grpSp>
        <p:nvGrpSpPr>
          <p:cNvPr id="35" name="1a847f59-7922-419d-9c43-3e3c5c453b2f.source.4.zh-Hans.pptx" descr="c6ace062-238a-4ce4-b203-f7451d9b4f30"/>
          <p:cNvGrpSpPr/>
          <p:nvPr/>
        </p:nvGrpSpPr>
        <p:grpSpPr>
          <a:xfrm>
            <a:off x="660400" y="1130301"/>
            <a:ext cx="10858500" cy="4597397"/>
            <a:chOff x="660400" y="1130301"/>
            <a:chExt cx="10858500" cy="4597397"/>
          </a:xfrm>
        </p:grpSpPr>
        <p:sp>
          <p:nvSpPr>
            <p:cNvPr id="29" name="Title" descr="ee9a765f-4041-410c-9c32-e2d26ecb61b4"/>
            <p:cNvSpPr txBox="1"/>
            <p:nvPr/>
          </p:nvSpPr>
          <p:spPr>
            <a:xfrm>
              <a:off x="660400" y="1130301"/>
              <a:ext cx="10858500" cy="889000"/>
            </a:xfrm>
            <a:prstGeom prst="rect">
              <a:avLst/>
            </a:prstGeom>
            <a:noFill/>
          </p:spPr>
          <p:txBody>
            <a:bodyPr wrap="square" rtlCol="0" anchor="t" anchorCtr="1">
              <a:normAutofit/>
            </a:bodyPr>
            <a:lstStyle/>
            <a:p>
              <a:pPr marL="0" marR="0" lvl="0" indent="0" algn="ctr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kumimoji="0" lang="zh-CN" altLang="en-US" sz="2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rPr>
                <a:t>掌握工具的使用步骤</a:t>
              </a:r>
              <a:endParaRPr lang="en-US" dirty="0"/>
            </a:p>
          </p:txBody>
        </p:sp>
        <p:grpSp>
          <p:nvGrpSpPr>
            <p:cNvPr id="30" name="组合 29" descr="b3441d0e-b813-4c88-b3a2-2d7ad90cc2d4"/>
            <p:cNvGrpSpPr/>
            <p:nvPr/>
          </p:nvGrpSpPr>
          <p:grpSpPr>
            <a:xfrm>
              <a:off x="673100" y="2656128"/>
              <a:ext cx="2444865" cy="3071570"/>
              <a:chOff x="673100" y="2656128"/>
              <a:chExt cx="2444865" cy="3071570"/>
            </a:xfrm>
          </p:grpSpPr>
          <p:sp>
            <p:nvSpPr>
              <p:cNvPr id="4" name="Number1" descr="8a11026a-10a4-4e88-9cb5-b258f176a55c"/>
              <p:cNvSpPr/>
              <p:nvPr/>
            </p:nvSpPr>
            <p:spPr>
              <a:xfrm>
                <a:off x="1382330" y="3004165"/>
                <a:ext cx="1026404" cy="1026404"/>
              </a:xfrm>
              <a:prstGeom prst="ellipse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b="1" dirty="0">
                    <a:solidFill>
                      <a:schemeClr val="accent1"/>
                    </a:solidFill>
                  </a:rPr>
                  <a:t>$177</a:t>
                </a:r>
                <a:endParaRPr lang="en-US" altLang="zh-CN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5" name="shape1" descr="32721fb1-9817-416a-bf83-ba2f3663500e"/>
              <p:cNvSpPr/>
              <p:nvPr/>
            </p:nvSpPr>
            <p:spPr>
              <a:xfrm>
                <a:off x="1161894" y="2656128"/>
                <a:ext cx="440871" cy="458330"/>
              </a:xfrm>
              <a:prstGeom prst="upArrow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lnSpcReduction="10000"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6" name="Bullet1" descr="f014a7f4-2485-4a4f-a7b9-db25a459ca68"/>
              <p:cNvSpPr txBox="1"/>
              <p:nvPr/>
            </p:nvSpPr>
            <p:spPr bwMode="auto">
              <a:xfrm>
                <a:off x="673100" y="4156930"/>
                <a:ext cx="2444865" cy="51101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</a:pPr>
                <a:r>
                  <a:rPr lang="zh-CN" altLang="en-US" b="1" i="1" dirty="0"/>
                  <a:t>运行程序</a:t>
                </a:r>
                <a:endParaRPr lang="en-US" dirty="0"/>
              </a:p>
            </p:txBody>
          </p:sp>
          <p:sp>
            <p:nvSpPr>
              <p:cNvPr id="7" name="Text1" descr="439e99de-2a4a-44ed-b0b3-b8737016d09a"/>
              <p:cNvSpPr/>
              <p:nvPr/>
            </p:nvSpPr>
            <p:spPr bwMode="auto">
              <a:xfrm>
                <a:off x="673100" y="4667945"/>
                <a:ext cx="2444865" cy="10597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以管理员权限运行checkline_requirePython.exe。</a:t>
                </a:r>
                <a:endParaRPr lang="en-US" dirty="0"/>
              </a:p>
            </p:txBody>
          </p:sp>
        </p:grpSp>
        <p:grpSp>
          <p:nvGrpSpPr>
            <p:cNvPr id="32" name="组合 31" descr="22d50f91-f2d0-4ec6-bbe1-3053cc4675f2"/>
            <p:cNvGrpSpPr/>
            <p:nvPr/>
          </p:nvGrpSpPr>
          <p:grpSpPr>
            <a:xfrm>
              <a:off x="3473411" y="2656128"/>
              <a:ext cx="2444865" cy="3071570"/>
              <a:chOff x="3473411" y="2656128"/>
              <a:chExt cx="2444865" cy="3071570"/>
            </a:xfrm>
          </p:grpSpPr>
          <p:sp>
            <p:nvSpPr>
              <p:cNvPr id="12" name="Number2" descr="cc35405e-b25f-4453-8e04-e5cdb8117760"/>
              <p:cNvSpPr/>
              <p:nvPr/>
            </p:nvSpPr>
            <p:spPr>
              <a:xfrm>
                <a:off x="4182641" y="3004165"/>
                <a:ext cx="1026404" cy="1026404"/>
              </a:xfrm>
              <a:prstGeom prst="ellipse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b="1" dirty="0">
                    <a:solidFill>
                      <a:schemeClr val="accent2"/>
                    </a:solidFill>
                  </a:rPr>
                  <a:t>$88</a:t>
                </a:r>
                <a:endParaRPr lang="en-US" altLang="zh-CN" b="1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13" name="shape2" descr="fdc3b69f-fb31-4bc0-8e65-f78532f49186"/>
              <p:cNvSpPr/>
              <p:nvPr/>
            </p:nvSpPr>
            <p:spPr>
              <a:xfrm flipV="1">
                <a:off x="3962205" y="2656128"/>
                <a:ext cx="440871" cy="458330"/>
              </a:xfrm>
              <a:prstGeom prst="upArrow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lnSpcReduction="10000"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Bullet2" descr="67a7ffad-473e-4d17-8cc6-8798f4853565"/>
              <p:cNvSpPr txBox="1"/>
              <p:nvPr/>
            </p:nvSpPr>
            <p:spPr bwMode="auto">
              <a:xfrm>
                <a:off x="3473411" y="4156930"/>
                <a:ext cx="2444865" cy="51101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</a:pPr>
                <a:r>
                  <a:rPr lang="zh-CN" altLang="en-US" b="1" i="1" dirty="0"/>
                  <a:t>查看结果</a:t>
                </a:r>
                <a:endParaRPr lang="en-US" dirty="0"/>
              </a:p>
            </p:txBody>
          </p:sp>
          <p:sp>
            <p:nvSpPr>
              <p:cNvPr id="15" name="Text2" descr="b0174e5a-ad83-4662-ab65-1a93618b4d8a"/>
              <p:cNvSpPr/>
              <p:nvPr/>
            </p:nvSpPr>
            <p:spPr bwMode="auto">
              <a:xfrm>
                <a:off x="3473411" y="4667945"/>
                <a:ext cx="2444865" cy="10597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程序自动执行检查并输出结果和修复建议。</a:t>
                </a:r>
                <a:endParaRPr lang="en-US" dirty="0"/>
              </a:p>
            </p:txBody>
          </p:sp>
        </p:grpSp>
        <p:grpSp>
          <p:nvGrpSpPr>
            <p:cNvPr id="31" name="组合 30" descr="846d9109-d0e9-4129-9872-e29f505a3caf"/>
            <p:cNvGrpSpPr/>
            <p:nvPr/>
          </p:nvGrpSpPr>
          <p:grpSpPr>
            <a:xfrm>
              <a:off x="6273722" y="2656128"/>
              <a:ext cx="2444865" cy="3071570"/>
              <a:chOff x="6273722" y="2656128"/>
              <a:chExt cx="2444865" cy="3071570"/>
            </a:xfrm>
          </p:grpSpPr>
          <p:sp>
            <p:nvSpPr>
              <p:cNvPr id="8" name="Number3" descr="9720a185-0d40-4dea-8c3c-e7fa393c90d8"/>
              <p:cNvSpPr/>
              <p:nvPr/>
            </p:nvSpPr>
            <p:spPr>
              <a:xfrm>
                <a:off x="6982952" y="3004165"/>
                <a:ext cx="1026404" cy="1026404"/>
              </a:xfrm>
              <a:prstGeom prst="ellipse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b="1" dirty="0">
                    <a:solidFill>
                      <a:schemeClr val="accent1"/>
                    </a:solidFill>
                  </a:rPr>
                  <a:t>$256</a:t>
                </a:r>
                <a:endParaRPr lang="en-US" altLang="zh-CN" b="1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" name="shape3" descr="048099ef-92e0-4ef6-b397-219a61bdb1f1"/>
              <p:cNvSpPr/>
              <p:nvPr/>
            </p:nvSpPr>
            <p:spPr>
              <a:xfrm>
                <a:off x="6762516" y="2656128"/>
                <a:ext cx="440871" cy="458330"/>
              </a:xfrm>
              <a:prstGeom prst="upArrow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lnSpcReduction="10000"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0" name="Bullet3" descr="6400e644-1da1-4000-8e12-dddbdb8bb487"/>
              <p:cNvSpPr txBox="1"/>
              <p:nvPr/>
            </p:nvSpPr>
            <p:spPr bwMode="auto">
              <a:xfrm>
                <a:off x="6273722" y="4156930"/>
                <a:ext cx="2444865" cy="51101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</a:pPr>
                <a:r>
                  <a:rPr lang="zh-CN" altLang="en-US" b="1" i="1" dirty="0"/>
                  <a:t>权限要求</a:t>
                </a:r>
                <a:endParaRPr lang="en-US" dirty="0"/>
              </a:p>
            </p:txBody>
          </p:sp>
          <p:sp>
            <p:nvSpPr>
              <p:cNvPr id="11" name="Text3" descr="41d1f0a5-a75e-4d83-a208-d1bc0b5792ea"/>
              <p:cNvSpPr/>
              <p:nvPr/>
            </p:nvSpPr>
            <p:spPr bwMode="auto">
              <a:xfrm>
                <a:off x="6273722" y="4667945"/>
                <a:ext cx="2444865" cy="10597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需要管理员权限才能正常运行程序进行检测。</a:t>
                </a:r>
                <a:endParaRPr lang="en-US" dirty="0"/>
              </a:p>
            </p:txBody>
          </p:sp>
        </p:grpSp>
        <p:grpSp>
          <p:nvGrpSpPr>
            <p:cNvPr id="33" name="组合 32" descr="c51b9a50-519c-4a21-85da-48dd0e8f3e94"/>
            <p:cNvGrpSpPr/>
            <p:nvPr/>
          </p:nvGrpSpPr>
          <p:grpSpPr>
            <a:xfrm>
              <a:off x="9074035" y="2656128"/>
              <a:ext cx="2444865" cy="3071570"/>
              <a:chOff x="9074035" y="2656128"/>
              <a:chExt cx="2444865" cy="3071570"/>
            </a:xfrm>
          </p:grpSpPr>
          <p:sp>
            <p:nvSpPr>
              <p:cNvPr id="17" name="Number4" descr="fd239641-4045-4f86-8287-d0c95617dc91"/>
              <p:cNvSpPr/>
              <p:nvPr/>
            </p:nvSpPr>
            <p:spPr>
              <a:xfrm>
                <a:off x="9783265" y="3004165"/>
                <a:ext cx="1026404" cy="1026404"/>
              </a:xfrm>
              <a:prstGeom prst="ellipse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r>
                  <a:rPr lang="en-US" altLang="zh-CN" b="1" dirty="0">
                    <a:solidFill>
                      <a:schemeClr val="accent2"/>
                    </a:solidFill>
                  </a:rPr>
                  <a:t>$69</a:t>
                </a:r>
                <a:endParaRPr lang="en-US" altLang="zh-CN" b="1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18" name="shape4" descr="6e0f117e-5692-4218-b9ce-c6d4d12ea1e6"/>
              <p:cNvSpPr/>
              <p:nvPr/>
            </p:nvSpPr>
            <p:spPr>
              <a:xfrm flipV="1">
                <a:off x="9562829" y="2656128"/>
                <a:ext cx="440871" cy="458330"/>
              </a:xfrm>
              <a:prstGeom prst="upArrow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lnSpcReduction="10000"/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9" name="Bullet4" descr="174b6d5c-b312-48db-b890-2e188e91e874"/>
              <p:cNvSpPr txBox="1"/>
              <p:nvPr/>
            </p:nvSpPr>
            <p:spPr bwMode="auto">
              <a:xfrm>
                <a:off x="9074035" y="4156930"/>
                <a:ext cx="2444865" cy="51101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</a:pPr>
                <a:r>
                  <a:rPr lang="zh-CN" altLang="en-US" b="1" i="1" dirty="0"/>
                  <a:t>结果处理</a:t>
                </a:r>
                <a:endParaRPr lang="en-US" dirty="0"/>
              </a:p>
            </p:txBody>
          </p:sp>
          <p:sp>
            <p:nvSpPr>
              <p:cNvPr id="20" name="Text4" descr="52528654-81de-48d7-95a3-3b5a7514723a"/>
              <p:cNvSpPr/>
              <p:nvPr/>
            </p:nvSpPr>
            <p:spPr bwMode="auto">
              <a:xfrm>
                <a:off x="9074035" y="4667945"/>
                <a:ext cx="2444865" cy="105975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zh-CN" altLang="en-US" sz="1200" dirty="0"/>
                  <a:t>根据输出结果和建议，调整系统配置以提升安全性。</a:t>
                </a:r>
                <a:endParaRPr lang="en-US" dirty="0"/>
              </a:p>
            </p:txBody>
          </p:sp>
        </p:grpSp>
      </p:grp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bd56d51e-3c3c-47b5-ada2-a1674c1cf11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谢谢观看</a:t>
            </a:r>
            <a:endParaRPr lang="en-US" dirty="0"/>
          </a:p>
        </p:txBody>
      </p:sp>
      <p:sp>
        <p:nvSpPr>
          <p:cNvPr id="4" name="文本占位符 3" descr="005fc339-84ee-4988-962d-ae27872e00c7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报告人名称</a:t>
            </a:r>
            <a:endParaRPr lang="en-US" dirty="0"/>
          </a:p>
        </p:txBody>
      </p:sp>
      <p:sp>
        <p:nvSpPr>
          <p:cNvPr id="5" name="文本占位符 4" descr="668b9c06-9143-4d0b-aa44-e7405bb9dfbe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AS_NET" val="8.0.2"/>
  <p:tag name="AS_OS" val="Microsoft Windows NT 10.0.22631.0"/>
  <p:tag name="AS_RELEASE_DATE" val="2023.10.14"/>
  <p:tag name="AS_TITLE" val="Aspose.Slides for .NET6"/>
  <p:tag name="AS_VERSION" val="23.10"/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iSlide">
  <a:themeElements>
    <a:clrScheme name="iSlide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012454"/>
      </a:accent1>
      <a:accent2>
        <a:srgbClr val="538DDA"/>
      </a:accent2>
      <a:accent3>
        <a:srgbClr val="A6CBFE"/>
      </a:accent3>
      <a:accent4>
        <a:srgbClr val="FCCB02"/>
      </a:accent4>
      <a:accent5>
        <a:srgbClr val="A6FFD4"/>
      </a:accent5>
      <a:accent6>
        <a:srgbClr val="768394"/>
      </a:accent6>
      <a:hlink>
        <a:srgbClr val="4276AA"/>
      </a:hlink>
      <a:folHlink>
        <a:srgbClr val="BFBFBF"/>
      </a:folHlink>
    </a:clrScheme>
    <a:fontScheme name="iSlide">
      <a:majorFont>
        <a:latin typeface="Arial"/>
        <a:ea typeface="微软雅黑"/>
        <a:cs typeface="Arial"/>
      </a:majorFont>
      <a:minorFont>
        <a:latin typeface="Arial"/>
        <a:ea typeface="微软雅黑"/>
        <a:cs typeface="Arial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等线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等线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iSlide Presentation Template</Template>
  <TotalTime>0</TotalTime>
  <Words>1163</Words>
  <Application>WPS 演示</Application>
  <PresentationFormat>宽屏</PresentationFormat>
  <Paragraphs>160</Paragraphs>
  <Slides>11</Slides>
  <Notes>7</Notes>
  <HiddenSlides>7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5" baseType="lpstr">
      <vt:lpstr>Arial</vt:lpstr>
      <vt:lpstr>宋体</vt:lpstr>
      <vt:lpstr>Wingdings</vt:lpstr>
      <vt:lpstr>微软雅黑</vt:lpstr>
      <vt:lpstr>汉仪旗黑</vt:lpstr>
      <vt:lpstr>宋体</vt:lpstr>
      <vt:lpstr>Arial Unicode MS</vt:lpstr>
      <vt:lpstr>等线</vt:lpstr>
      <vt:lpstr>汉仪中等线KW</vt:lpstr>
      <vt:lpstr>Calibri</vt:lpstr>
      <vt:lpstr>Helvetica Neue</vt:lpstr>
      <vt:lpstr>汉仪书宋二KW</vt:lpstr>
      <vt:lpstr>微软雅黑</vt:lpstr>
      <vt:lpstr>Designed by iSlide</vt:lpstr>
      <vt:lpstr>安全基线检查工具</vt:lpstr>
      <vt:lpstr>工具概述</vt:lpstr>
      <vt:lpstr>工具详情</vt:lpstr>
      <vt:lpstr>SecurityCheck_v5.exe</vt:lpstr>
      <vt:lpstr>主要功能</vt:lpstr>
      <vt:lpstr>使用方法</vt:lpstr>
      <vt:lpstr>脚本更新与重新打包</vt:lpstr>
      <vt:lpstr>checkline_requirePython.exe</vt:lpstr>
      <vt:lpstr>主要功能</vt:lpstr>
      <vt:lpstr>使用方法</vt:lpstr>
      <vt:lpstr>谢谢观看</vt:lpstr>
    </vt:vector>
  </TitlesOfParts>
  <Company>iSlide</Company>
  <LinksUpToDate>false</LinksUpToDate>
  <SharedDoc>false</SharedDoc>
  <HyperlinksChanged>false</HyperlinksChanged>
  <AppVersion>14.0000</AppVersion>
  <Manager>iSlide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iSlide</dc:creator>
  <cp:lastModifiedBy>弗洛伊德</cp:lastModifiedBy>
  <cp:revision>7</cp:revision>
  <cp:lastPrinted>2025-03-19T05:19:01Z</cp:lastPrinted>
  <dcterms:created xsi:type="dcterms:W3CDTF">2025-03-19T05:19:01Z</dcterms:created>
  <dcterms:modified xsi:type="dcterms:W3CDTF">2025-03-19T05:19:01Z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d0d3c1bf-4466-47c2-81c9-e39b42a051a8</vt:lpwstr>
  </property>
  <property fmtid="{D5CDD505-2E9C-101B-9397-08002B2CF9AE}" pid="3" name="ICV">
    <vt:lpwstr>EF56376CFA6A3885C952DA676C08D54A_42</vt:lpwstr>
  </property>
  <property fmtid="{D5CDD505-2E9C-101B-9397-08002B2CF9AE}" pid="4" name="KSOProductBuildVer">
    <vt:lpwstr>2052-7.2.2.8955</vt:lpwstr>
  </property>
</Properties>
</file>